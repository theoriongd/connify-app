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8"/>
  </p:notesMasterIdLst>
  <p:sldIdLst>
    <p:sldId id="256" r:id="rId2"/>
    <p:sldId id="314" r:id="rId3"/>
    <p:sldId id="266" r:id="rId4"/>
    <p:sldId id="267" r:id="rId5"/>
    <p:sldId id="319" r:id="rId6"/>
    <p:sldId id="332" r:id="rId7"/>
    <p:sldId id="342" r:id="rId8"/>
    <p:sldId id="321" r:id="rId9"/>
    <p:sldId id="322" r:id="rId10"/>
    <p:sldId id="324" r:id="rId11"/>
    <p:sldId id="325" r:id="rId12"/>
    <p:sldId id="326" r:id="rId13"/>
    <p:sldId id="330" r:id="rId14"/>
    <p:sldId id="343" r:id="rId15"/>
    <p:sldId id="327" r:id="rId16"/>
    <p:sldId id="333" r:id="rId17"/>
    <p:sldId id="334" r:id="rId18"/>
    <p:sldId id="344" r:id="rId19"/>
    <p:sldId id="335" r:id="rId20"/>
    <p:sldId id="345" r:id="rId21"/>
    <p:sldId id="337" r:id="rId22"/>
    <p:sldId id="346" r:id="rId23"/>
    <p:sldId id="338" r:id="rId24"/>
    <p:sldId id="339" r:id="rId25"/>
    <p:sldId id="340" r:id="rId26"/>
    <p:sldId id="291" r:id="rId27"/>
  </p:sldIdLst>
  <p:sldSz cx="9144000" cy="5143500" type="screen16x9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5pPr>
    <a:lvl6pPr marL="2286000" algn="l" defTabSz="914400" rtl="0" eaLnBrk="1" latinLnBrk="0" hangingPunct="1"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6pPr>
    <a:lvl7pPr marL="2743200" algn="l" defTabSz="914400" rtl="0" eaLnBrk="1" latinLnBrk="0" hangingPunct="1"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7pPr>
    <a:lvl8pPr marL="3200400" algn="l" defTabSz="914400" rtl="0" eaLnBrk="1" latinLnBrk="0" hangingPunct="1"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8pPr>
    <a:lvl9pPr marL="3657600" algn="l" defTabSz="914400" rtl="0" eaLnBrk="1" latinLnBrk="0" hangingPunct="1"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9326F34-0AC4-4C43-80DF-AD2DE470387F}" v="1" dt="2026-10-26T04:17:46.80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7765" autoAdjust="0"/>
  </p:normalViewPr>
  <p:slideViewPr>
    <p:cSldViewPr snapToGrid="0">
      <p:cViewPr varScale="1">
        <p:scale>
          <a:sx n="95" d="100"/>
          <a:sy n="95" d="100"/>
        </p:scale>
        <p:origin x="1090" y="7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rish Narayanan S" userId="6ff58c354d550878" providerId="LiveId" clId="{7945278B-7907-4B80-B68D-1A322E92C01C}"/>
    <pc:docChg chg="modSld">
      <pc:chgData name="Grish Narayanan S" userId="6ff58c354d550878" providerId="LiveId" clId="{7945278B-7907-4B80-B68D-1A322E92C01C}" dt="2026-10-26T04:42:45.916" v="32" actId="14100"/>
      <pc:docMkLst>
        <pc:docMk/>
      </pc:docMkLst>
      <pc:sldChg chg="modSp mod">
        <pc:chgData name="Grish Narayanan S" userId="6ff58c354d550878" providerId="LiveId" clId="{7945278B-7907-4B80-B68D-1A322E92C01C}" dt="2026-10-26T04:18:18.591" v="5" actId="113"/>
        <pc:sldMkLst>
          <pc:docMk/>
          <pc:sldMk cId="0" sldId="267"/>
        </pc:sldMkLst>
        <pc:spChg chg="mod">
          <ac:chgData name="Grish Narayanan S" userId="6ff58c354d550878" providerId="LiveId" clId="{7945278B-7907-4B80-B68D-1A322E92C01C}" dt="2026-10-26T04:18:18.591" v="5" actId="113"/>
          <ac:spMkLst>
            <pc:docMk/>
            <pc:sldMk cId="0" sldId="267"/>
            <ac:spMk id="5" creationId="{F7489DFE-F9EE-5C55-BD34-0938115068AA}"/>
          </ac:spMkLst>
        </pc:spChg>
      </pc:sldChg>
      <pc:sldChg chg="addSp modSp mod">
        <pc:chgData name="Grish Narayanan S" userId="6ff58c354d550878" providerId="LiveId" clId="{7945278B-7907-4B80-B68D-1A322E92C01C}" dt="2026-10-26T04:42:45.916" v="32" actId="14100"/>
        <pc:sldMkLst>
          <pc:docMk/>
          <pc:sldMk cId="443747981" sldId="333"/>
        </pc:sldMkLst>
        <pc:picChg chg="add mod">
          <ac:chgData name="Grish Narayanan S" userId="6ff58c354d550878" providerId="LiveId" clId="{7945278B-7907-4B80-B68D-1A322E92C01C}" dt="2026-10-26T04:41:54.327" v="14" actId="1076"/>
          <ac:picMkLst>
            <pc:docMk/>
            <pc:sldMk cId="443747981" sldId="333"/>
            <ac:picMk id="3" creationId="{1246C640-0619-5A23-6CAA-86EC43B33F64}"/>
          </ac:picMkLst>
        </pc:picChg>
        <pc:picChg chg="add mod">
          <ac:chgData name="Grish Narayanan S" userId="6ff58c354d550878" providerId="LiveId" clId="{7945278B-7907-4B80-B68D-1A322E92C01C}" dt="2026-10-26T04:42:06.655" v="19" actId="14100"/>
          <ac:picMkLst>
            <pc:docMk/>
            <pc:sldMk cId="443747981" sldId="333"/>
            <ac:picMk id="5" creationId="{5C05B685-1CD2-4DBC-85DB-774CD676741E}"/>
          </ac:picMkLst>
        </pc:picChg>
        <pc:picChg chg="add mod">
          <ac:chgData name="Grish Narayanan S" userId="6ff58c354d550878" providerId="LiveId" clId="{7945278B-7907-4B80-B68D-1A322E92C01C}" dt="2026-10-26T04:42:23.447" v="23" actId="14100"/>
          <ac:picMkLst>
            <pc:docMk/>
            <pc:sldMk cId="443747981" sldId="333"/>
            <ac:picMk id="7" creationId="{FDE15299-BFCD-7376-E3AB-826CAF8C114F}"/>
          </ac:picMkLst>
        </pc:picChg>
        <pc:picChg chg="add mod">
          <ac:chgData name="Grish Narayanan S" userId="6ff58c354d550878" providerId="LiveId" clId="{7945278B-7907-4B80-B68D-1A322E92C01C}" dt="2026-10-26T04:42:32.425" v="27" actId="1076"/>
          <ac:picMkLst>
            <pc:docMk/>
            <pc:sldMk cId="443747981" sldId="333"/>
            <ac:picMk id="9" creationId="{8385B8DD-9969-75A5-5C15-2CE1107083BF}"/>
          </ac:picMkLst>
        </pc:picChg>
        <pc:picChg chg="add mod">
          <ac:chgData name="Grish Narayanan S" userId="6ff58c354d550878" providerId="LiveId" clId="{7945278B-7907-4B80-B68D-1A322E92C01C}" dt="2026-10-26T04:42:45.916" v="32" actId="14100"/>
          <ac:picMkLst>
            <pc:docMk/>
            <pc:sldMk cId="443747981" sldId="333"/>
            <ac:picMk id="11" creationId="{F7AEC15E-6BD2-8B73-FE97-C8D1B022F5E8}"/>
          </ac:picMkLst>
        </pc:picChg>
      </pc:sldChg>
      <pc:sldChg chg="addSp modSp mod">
        <pc:chgData name="Grish Narayanan S" userId="6ff58c354d550878" providerId="LiveId" clId="{7945278B-7907-4B80-B68D-1A322E92C01C}" dt="2026-10-26T04:19:14.635" v="10" actId="732"/>
        <pc:sldMkLst>
          <pc:docMk/>
          <pc:sldMk cId="2522542636" sldId="340"/>
        </pc:sldMkLst>
        <pc:picChg chg="add mod modCrop">
          <ac:chgData name="Grish Narayanan S" userId="6ff58c354d550878" providerId="LiveId" clId="{7945278B-7907-4B80-B68D-1A322E92C01C}" dt="2026-10-26T04:19:14.635" v="10" actId="732"/>
          <ac:picMkLst>
            <pc:docMk/>
            <pc:sldMk cId="2522542636" sldId="340"/>
            <ac:picMk id="3" creationId="{41AF040C-110D-ABE6-61DE-CE790E13B55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Google Shape;3;n">
            <a:extLst>
              <a:ext uri="{FF2B5EF4-FFF2-40B4-BE49-F238E27FC236}">
                <a16:creationId xmlns:a16="http://schemas.microsoft.com/office/drawing/2014/main" id="{4A9E8663-6638-41A7-40ED-07780B989F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>
              <a:gd name="T0" fmla="*/ 0 w 120000"/>
              <a:gd name="T1" fmla="*/ 0 h 120000"/>
              <a:gd name="T2" fmla="*/ 2147483646 w 120000"/>
              <a:gd name="T3" fmla="*/ 0 h 120000"/>
              <a:gd name="T4" fmla="*/ 2147483646 w 120000"/>
              <a:gd name="T5" fmla="*/ 2147483646 h 120000"/>
              <a:gd name="T6" fmla="*/ 0 w 120000"/>
              <a:gd name="T7" fmla="*/ 2147483646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0000"/>
              <a:gd name="T16" fmla="*/ 0 h 120000"/>
              <a:gd name="T17" fmla="*/ 120000 w 120000"/>
              <a:gd name="T18" fmla="*/ 120000 h 1200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 w="9525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5" name="Google Shape;4;n">
            <a:extLst>
              <a:ext uri="{FF2B5EF4-FFF2-40B4-BE49-F238E27FC236}">
                <a16:creationId xmlns:a16="http://schemas.microsoft.com/office/drawing/2014/main" id="{F4043E1C-887C-D5B4-EECD-3BDAEDFD72D7}"/>
              </a:ext>
            </a:extLst>
          </p:cNvPr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91425" rIns="91425" bIns="91425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altLang="en-US">
              <a:sym typeface="Arial" panose="020B0604020202020204" pitchFamily="34" charset="0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457200" indent="-298450" algn="l" rtl="0" eaLnBrk="0" fontAlgn="base" hangingPunct="0">
      <a:spcBef>
        <a:spcPct val="0"/>
      </a:spcBef>
      <a:spcAft>
        <a:spcPct val="0"/>
      </a:spcAft>
      <a:buClr>
        <a:srgbClr val="000000"/>
      </a:buClr>
      <a:buFont typeface="Arial" panose="020B0604020202020204" pitchFamily="34" charset="0"/>
      <a:defRPr sz="1400">
        <a:solidFill>
          <a:srgbClr val="000000"/>
        </a:solidFill>
        <a:latin typeface="Arial"/>
        <a:ea typeface="Arial"/>
        <a:cs typeface="Arial"/>
        <a:sym typeface="Arial" panose="020B0604020202020204" pitchFamily="34" charset="0"/>
      </a:defRPr>
    </a:lvl1pPr>
    <a:lvl2pPr marL="742950" lvl="1" indent="-285750" algn="l" rtl="0" eaLnBrk="0" fontAlgn="base" hangingPunct="0">
      <a:spcBef>
        <a:spcPct val="0"/>
      </a:spcBef>
      <a:spcAft>
        <a:spcPct val="0"/>
      </a:spcAft>
      <a:buClr>
        <a:srgbClr val="000000"/>
      </a:buClr>
      <a:buFont typeface="Arial" panose="020B0604020202020204" pitchFamily="34" charset="0"/>
      <a:defRPr sz="1400">
        <a:solidFill>
          <a:srgbClr val="000000"/>
        </a:solidFill>
        <a:latin typeface="Arial"/>
        <a:ea typeface="Arial"/>
        <a:cs typeface="Arial"/>
        <a:sym typeface="Arial" panose="020B0604020202020204" pitchFamily="34" charset="0"/>
      </a:defRPr>
    </a:lvl2pPr>
    <a:lvl3pPr marL="1143000" lvl="2" indent="-228600" algn="l" rtl="0" eaLnBrk="0" fontAlgn="base" hangingPunct="0">
      <a:spcBef>
        <a:spcPct val="0"/>
      </a:spcBef>
      <a:spcAft>
        <a:spcPct val="0"/>
      </a:spcAft>
      <a:buClr>
        <a:srgbClr val="000000"/>
      </a:buClr>
      <a:buFont typeface="Arial" panose="020B0604020202020204" pitchFamily="34" charset="0"/>
      <a:defRPr sz="1400">
        <a:solidFill>
          <a:srgbClr val="000000"/>
        </a:solidFill>
        <a:latin typeface="Arial"/>
        <a:ea typeface="Arial"/>
        <a:cs typeface="Arial"/>
        <a:sym typeface="Arial" panose="020B0604020202020204" pitchFamily="34" charset="0"/>
      </a:defRPr>
    </a:lvl3pPr>
    <a:lvl4pPr marL="1600200" lvl="3" indent="-228600" algn="l" rtl="0" eaLnBrk="0" fontAlgn="base" hangingPunct="0">
      <a:spcBef>
        <a:spcPct val="0"/>
      </a:spcBef>
      <a:spcAft>
        <a:spcPct val="0"/>
      </a:spcAft>
      <a:buClr>
        <a:srgbClr val="000000"/>
      </a:buClr>
      <a:buFont typeface="Arial" panose="020B0604020202020204" pitchFamily="34" charset="0"/>
      <a:defRPr sz="1400">
        <a:solidFill>
          <a:srgbClr val="000000"/>
        </a:solidFill>
        <a:latin typeface="Arial"/>
        <a:ea typeface="Arial"/>
        <a:cs typeface="Arial"/>
        <a:sym typeface="Arial" panose="020B0604020202020204" pitchFamily="34" charset="0"/>
      </a:defRPr>
    </a:lvl4pPr>
    <a:lvl5pPr marL="2057400" lvl="4" indent="-228600" algn="l" rtl="0" eaLnBrk="0" fontAlgn="base" hangingPunct="0">
      <a:spcBef>
        <a:spcPct val="0"/>
      </a:spcBef>
      <a:spcAft>
        <a:spcPct val="0"/>
      </a:spcAft>
      <a:buClr>
        <a:srgbClr val="000000"/>
      </a:buClr>
      <a:buFont typeface="Arial" panose="020B0604020202020204" pitchFamily="34" charset="0"/>
      <a:defRPr sz="1400">
        <a:solidFill>
          <a:srgbClr val="000000"/>
        </a:solidFill>
        <a:latin typeface="Arial"/>
        <a:ea typeface="Arial"/>
        <a:cs typeface="Arial"/>
        <a:sym typeface="Arial" panose="020B0604020202020204" pitchFamily="34" charset="0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Google Shape;51;p:notes">
            <a:extLst>
              <a:ext uri="{FF2B5EF4-FFF2-40B4-BE49-F238E27FC236}">
                <a16:creationId xmlns:a16="http://schemas.microsoft.com/office/drawing/2014/main" id="{A59F5708-9A7F-1B69-0C03-925DA3FB155E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ln>
            <a:miter lim="800000"/>
            <a:headEnd/>
            <a:tailEnd/>
          </a:ln>
        </p:spPr>
      </p:sp>
      <p:sp>
        <p:nvSpPr>
          <p:cNvPr id="5123" name="Google Shape;52;p:notes">
            <a:extLst>
              <a:ext uri="{FF2B5EF4-FFF2-40B4-BE49-F238E27FC236}">
                <a16:creationId xmlns:a16="http://schemas.microsoft.com/office/drawing/2014/main" id="{A552E64B-3417-9A39-43C7-E348F30AC7D2}"/>
              </a:ext>
            </a:extLst>
          </p:cNvPr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Google Shape;61;gb6148a5caf_0_26:notes">
            <a:extLst>
              <a:ext uri="{FF2B5EF4-FFF2-40B4-BE49-F238E27FC236}">
                <a16:creationId xmlns:a16="http://schemas.microsoft.com/office/drawing/2014/main" id="{908C9B25-5E49-9372-09A3-504C0B61C59E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ln>
            <a:miter lim="800000"/>
            <a:headEnd/>
            <a:tailEnd/>
          </a:ln>
        </p:spPr>
      </p:sp>
      <p:sp>
        <p:nvSpPr>
          <p:cNvPr id="7171" name="Google Shape;62;gb6148a5caf_0_26:notes">
            <a:extLst>
              <a:ext uri="{FF2B5EF4-FFF2-40B4-BE49-F238E27FC236}">
                <a16:creationId xmlns:a16="http://schemas.microsoft.com/office/drawing/2014/main" id="{99C68EB3-554C-97DF-823E-D860CDEEF0C1}"/>
              </a:ext>
            </a:extLst>
          </p:cNvPr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Google Shape;61;gb6148a5caf_0_26:notes">
            <a:extLst>
              <a:ext uri="{FF2B5EF4-FFF2-40B4-BE49-F238E27FC236}">
                <a16:creationId xmlns:a16="http://schemas.microsoft.com/office/drawing/2014/main" id="{DBEAC605-2ECB-2FD0-F285-5A01A6FB334E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ln>
            <a:miter lim="800000"/>
            <a:headEnd/>
            <a:tailEnd/>
          </a:ln>
        </p:spPr>
      </p:sp>
      <p:sp>
        <p:nvSpPr>
          <p:cNvPr id="9219" name="Google Shape;62;gb6148a5caf_0_26:notes">
            <a:extLst>
              <a:ext uri="{FF2B5EF4-FFF2-40B4-BE49-F238E27FC236}">
                <a16:creationId xmlns:a16="http://schemas.microsoft.com/office/drawing/2014/main" id="{24A55C58-650B-15BC-E16A-622856303729}"/>
              </a:ext>
            </a:extLst>
          </p:cNvPr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Google Shape;61;gb6148a5caf_0_26:notes">
            <a:extLst>
              <a:ext uri="{FF2B5EF4-FFF2-40B4-BE49-F238E27FC236}">
                <a16:creationId xmlns:a16="http://schemas.microsoft.com/office/drawing/2014/main" id="{5DA3126F-1934-6002-D4B3-0AF456582647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ln>
            <a:miter lim="800000"/>
            <a:headEnd/>
            <a:tailEnd/>
          </a:ln>
        </p:spPr>
      </p:sp>
      <p:sp>
        <p:nvSpPr>
          <p:cNvPr id="11267" name="Google Shape;62;gb6148a5caf_0_26:notes">
            <a:extLst>
              <a:ext uri="{FF2B5EF4-FFF2-40B4-BE49-F238E27FC236}">
                <a16:creationId xmlns:a16="http://schemas.microsoft.com/office/drawing/2014/main" id="{420AD77A-9312-ED7F-FB81-2A8A62BEC04B}"/>
              </a:ext>
            </a:extLst>
          </p:cNvPr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Google Shape;61;gb6148a5caf_0_26:notes">
            <a:extLst>
              <a:ext uri="{FF2B5EF4-FFF2-40B4-BE49-F238E27FC236}">
                <a16:creationId xmlns:a16="http://schemas.microsoft.com/office/drawing/2014/main" id="{428796FF-E022-E8C6-1A4E-DDA47FAC6CC4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ln>
            <a:miter lim="800000"/>
            <a:headEnd/>
            <a:tailEnd/>
          </a:ln>
        </p:spPr>
      </p:sp>
      <p:sp>
        <p:nvSpPr>
          <p:cNvPr id="13315" name="Google Shape;62;gb6148a5caf_0_26:notes">
            <a:extLst>
              <a:ext uri="{FF2B5EF4-FFF2-40B4-BE49-F238E27FC236}">
                <a16:creationId xmlns:a16="http://schemas.microsoft.com/office/drawing/2014/main" id="{E990ACB1-DF53-ADD8-26F0-694DF265F355}"/>
              </a:ext>
            </a:extLst>
          </p:cNvPr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0B874431-3D39-8A9D-442E-B2E4F4F2F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Google Shape;61;gb6148a5caf_0_26:notes">
            <a:extLst>
              <a:ext uri="{FF2B5EF4-FFF2-40B4-BE49-F238E27FC236}">
                <a16:creationId xmlns:a16="http://schemas.microsoft.com/office/drawing/2014/main" id="{DD5F7488-FE80-265E-7120-BF0DD17123CB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ln>
            <a:miter lim="800000"/>
            <a:headEnd/>
            <a:tailEnd/>
          </a:ln>
        </p:spPr>
      </p:sp>
      <p:sp>
        <p:nvSpPr>
          <p:cNvPr id="13315" name="Google Shape;62;gb6148a5caf_0_26:notes">
            <a:extLst>
              <a:ext uri="{FF2B5EF4-FFF2-40B4-BE49-F238E27FC236}">
                <a16:creationId xmlns:a16="http://schemas.microsoft.com/office/drawing/2014/main" id="{7F0334B8-476B-AF85-1D5E-09388878FA48}"/>
              </a:ext>
            </a:extLst>
          </p:cNvPr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27722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Google Shape;61;gb6148a5caf_0_26:notes">
            <a:extLst>
              <a:ext uri="{FF2B5EF4-FFF2-40B4-BE49-F238E27FC236}">
                <a16:creationId xmlns:a16="http://schemas.microsoft.com/office/drawing/2014/main" id="{78FA8A54-24E6-FB16-0E9D-9549DD370245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ln>
            <a:miter lim="800000"/>
            <a:headEnd/>
            <a:tailEnd/>
          </a:ln>
        </p:spPr>
      </p:sp>
      <p:sp>
        <p:nvSpPr>
          <p:cNvPr id="17411" name="Google Shape;62;gb6148a5caf_0_26:notes">
            <a:extLst>
              <a:ext uri="{FF2B5EF4-FFF2-40B4-BE49-F238E27FC236}">
                <a16:creationId xmlns:a16="http://schemas.microsoft.com/office/drawing/2014/main" id="{115FE142-B167-33CD-2E81-85E4B40B3D0F}"/>
              </a:ext>
            </a:extLst>
          </p:cNvPr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Google Shape;61;gb6148a5caf_0_26:notes">
            <a:extLst>
              <a:ext uri="{FF2B5EF4-FFF2-40B4-BE49-F238E27FC236}">
                <a16:creationId xmlns:a16="http://schemas.microsoft.com/office/drawing/2014/main" id="{5ECED904-6329-C4A5-87E3-8EFED2606A60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ln>
            <a:miter lim="800000"/>
            <a:headEnd/>
            <a:tailEnd/>
          </a:ln>
        </p:spPr>
      </p:sp>
      <p:sp>
        <p:nvSpPr>
          <p:cNvPr id="19459" name="Google Shape;62;gb6148a5caf_0_26:notes">
            <a:extLst>
              <a:ext uri="{FF2B5EF4-FFF2-40B4-BE49-F238E27FC236}">
                <a16:creationId xmlns:a16="http://schemas.microsoft.com/office/drawing/2014/main" id="{DD4F034D-0548-794C-D70C-66CCC0BC8A47}"/>
              </a:ext>
            </a:extLst>
          </p:cNvPr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Google Shape;61;gb6148a5caf_0_26:notes">
            <a:extLst>
              <a:ext uri="{FF2B5EF4-FFF2-40B4-BE49-F238E27FC236}">
                <a16:creationId xmlns:a16="http://schemas.microsoft.com/office/drawing/2014/main" id="{AC16B9DC-282F-1C4B-3F1B-1F103748D494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ln>
            <a:miter lim="800000"/>
            <a:headEnd/>
            <a:tailEnd/>
          </a:ln>
        </p:spPr>
      </p:sp>
      <p:sp>
        <p:nvSpPr>
          <p:cNvPr id="23555" name="Google Shape;62;gb6148a5caf_0_26:notes">
            <a:extLst>
              <a:ext uri="{FF2B5EF4-FFF2-40B4-BE49-F238E27FC236}">
                <a16:creationId xmlns:a16="http://schemas.microsoft.com/office/drawing/2014/main" id="{303A3989-B875-5A92-5ACA-ACFF331CBAFE}"/>
              </a:ext>
            </a:extLst>
          </p:cNvPr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Google Shape;61;gb6148a5caf_0_26:notes">
            <a:extLst>
              <a:ext uri="{FF2B5EF4-FFF2-40B4-BE49-F238E27FC236}">
                <a16:creationId xmlns:a16="http://schemas.microsoft.com/office/drawing/2014/main" id="{14E4BFD3-72DA-4B63-BC0A-06E021030108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ln>
            <a:miter lim="800000"/>
            <a:headEnd/>
            <a:tailEnd/>
          </a:ln>
        </p:spPr>
      </p:sp>
      <p:sp>
        <p:nvSpPr>
          <p:cNvPr id="25603" name="Google Shape;62;gb6148a5caf_0_26:notes">
            <a:extLst>
              <a:ext uri="{FF2B5EF4-FFF2-40B4-BE49-F238E27FC236}">
                <a16:creationId xmlns:a16="http://schemas.microsoft.com/office/drawing/2014/main" id="{CFFC22E0-0992-E9B4-9602-DEDA8E4C5A46}"/>
              </a:ext>
            </a:extLst>
          </p:cNvPr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Google Shape;61;gb6148a5caf_0_26:notes">
            <a:extLst>
              <a:ext uri="{FF2B5EF4-FFF2-40B4-BE49-F238E27FC236}">
                <a16:creationId xmlns:a16="http://schemas.microsoft.com/office/drawing/2014/main" id="{F31F03BC-2DC8-92C1-81D6-5C9540EEA8ED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ln>
            <a:miter lim="800000"/>
            <a:headEnd/>
            <a:tailEnd/>
          </a:ln>
        </p:spPr>
      </p:sp>
      <p:sp>
        <p:nvSpPr>
          <p:cNvPr id="27651" name="Google Shape;62;gb6148a5caf_0_26:notes">
            <a:extLst>
              <a:ext uri="{FF2B5EF4-FFF2-40B4-BE49-F238E27FC236}">
                <a16:creationId xmlns:a16="http://schemas.microsoft.com/office/drawing/2014/main" id="{7676DCF6-3A51-804A-A036-8124670D4F01}"/>
              </a:ext>
            </a:extLst>
          </p:cNvPr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582DE0BF-8456-D604-769D-9B72B12CB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Google Shape;61;gb6148a5caf_0_26:notes">
            <a:extLst>
              <a:ext uri="{FF2B5EF4-FFF2-40B4-BE49-F238E27FC236}">
                <a16:creationId xmlns:a16="http://schemas.microsoft.com/office/drawing/2014/main" id="{BF8FD890-2A99-49B6-AE11-D7733F0F050C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ln>
            <a:miter lim="800000"/>
            <a:headEnd/>
            <a:tailEnd/>
          </a:ln>
        </p:spPr>
      </p:sp>
      <p:sp>
        <p:nvSpPr>
          <p:cNvPr id="27651" name="Google Shape;62;gb6148a5caf_0_26:notes">
            <a:extLst>
              <a:ext uri="{FF2B5EF4-FFF2-40B4-BE49-F238E27FC236}">
                <a16:creationId xmlns:a16="http://schemas.microsoft.com/office/drawing/2014/main" id="{C8B438FF-4B84-FDE8-7867-288AC025E15B}"/>
              </a:ext>
            </a:extLst>
          </p:cNvPr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09675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Google Shape;61;gb6148a5caf_0_26:notes">
            <a:extLst>
              <a:ext uri="{FF2B5EF4-FFF2-40B4-BE49-F238E27FC236}">
                <a16:creationId xmlns:a16="http://schemas.microsoft.com/office/drawing/2014/main" id="{A23A924A-150A-794D-F404-00C340C80A9F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ln>
            <a:miter lim="800000"/>
            <a:headEnd/>
            <a:tailEnd/>
          </a:ln>
        </p:spPr>
      </p:sp>
      <p:sp>
        <p:nvSpPr>
          <p:cNvPr id="29699" name="Google Shape;62;gb6148a5caf_0_26:notes">
            <a:extLst>
              <a:ext uri="{FF2B5EF4-FFF2-40B4-BE49-F238E27FC236}">
                <a16:creationId xmlns:a16="http://schemas.microsoft.com/office/drawing/2014/main" id="{905431A6-4642-9EF9-F08B-618439B953F3}"/>
              </a:ext>
            </a:extLst>
          </p:cNvPr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853664DB-7165-829A-F5A2-2F7B0FD31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Google Shape;61;gb6148a5caf_0_26:notes">
            <a:extLst>
              <a:ext uri="{FF2B5EF4-FFF2-40B4-BE49-F238E27FC236}">
                <a16:creationId xmlns:a16="http://schemas.microsoft.com/office/drawing/2014/main" id="{AB0EA4D3-FACD-3813-0C9F-80E24DCDFA13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ln>
            <a:miter lim="800000"/>
            <a:headEnd/>
            <a:tailEnd/>
          </a:ln>
        </p:spPr>
      </p:sp>
      <p:sp>
        <p:nvSpPr>
          <p:cNvPr id="29699" name="Google Shape;62;gb6148a5caf_0_26:notes">
            <a:extLst>
              <a:ext uri="{FF2B5EF4-FFF2-40B4-BE49-F238E27FC236}">
                <a16:creationId xmlns:a16="http://schemas.microsoft.com/office/drawing/2014/main" id="{22B1B564-76D1-193C-6F94-3BA92282FE1C}"/>
              </a:ext>
            </a:extLst>
          </p:cNvPr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51405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71985401-91E5-0640-1E3A-8E972B5BB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Google Shape;61;gb6148a5caf_0_26:notes">
            <a:extLst>
              <a:ext uri="{FF2B5EF4-FFF2-40B4-BE49-F238E27FC236}">
                <a16:creationId xmlns:a16="http://schemas.microsoft.com/office/drawing/2014/main" id="{F7E1C5D8-DFD8-4D05-F3E8-22C733F050C2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ln>
            <a:miter lim="800000"/>
            <a:headEnd/>
            <a:tailEnd/>
          </a:ln>
        </p:spPr>
      </p:sp>
      <p:sp>
        <p:nvSpPr>
          <p:cNvPr id="29699" name="Google Shape;62;gb6148a5caf_0_26:notes">
            <a:extLst>
              <a:ext uri="{FF2B5EF4-FFF2-40B4-BE49-F238E27FC236}">
                <a16:creationId xmlns:a16="http://schemas.microsoft.com/office/drawing/2014/main" id="{293C07CC-268B-7A67-9F33-B48C9A27A657}"/>
              </a:ext>
            </a:extLst>
          </p:cNvPr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27818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F11F183A-68A4-EEA1-048C-343CF65ED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Google Shape;61;gb6148a5caf_0_26:notes">
            <a:extLst>
              <a:ext uri="{FF2B5EF4-FFF2-40B4-BE49-F238E27FC236}">
                <a16:creationId xmlns:a16="http://schemas.microsoft.com/office/drawing/2014/main" id="{1CC14FC7-454F-FFBA-5917-E9D679EEB6D9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ln>
            <a:miter lim="800000"/>
            <a:headEnd/>
            <a:tailEnd/>
          </a:ln>
        </p:spPr>
      </p:sp>
      <p:sp>
        <p:nvSpPr>
          <p:cNvPr id="29699" name="Google Shape;62;gb6148a5caf_0_26:notes">
            <a:extLst>
              <a:ext uri="{FF2B5EF4-FFF2-40B4-BE49-F238E27FC236}">
                <a16:creationId xmlns:a16="http://schemas.microsoft.com/office/drawing/2014/main" id="{896EC650-8899-F3ED-2FC7-FDFCDF78B124}"/>
              </a:ext>
            </a:extLst>
          </p:cNvPr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9212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91A082BA-4EEB-F129-B5C8-54479BEE7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Google Shape;61;gb6148a5caf_0_26:notes">
            <a:extLst>
              <a:ext uri="{FF2B5EF4-FFF2-40B4-BE49-F238E27FC236}">
                <a16:creationId xmlns:a16="http://schemas.microsoft.com/office/drawing/2014/main" id="{9B4720ED-F800-1AE0-C489-683F9344358D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ln>
            <a:miter lim="800000"/>
            <a:headEnd/>
            <a:tailEnd/>
          </a:ln>
        </p:spPr>
      </p:sp>
      <p:sp>
        <p:nvSpPr>
          <p:cNvPr id="29699" name="Google Shape;62;gb6148a5caf_0_26:notes">
            <a:extLst>
              <a:ext uri="{FF2B5EF4-FFF2-40B4-BE49-F238E27FC236}">
                <a16:creationId xmlns:a16="http://schemas.microsoft.com/office/drawing/2014/main" id="{797B25C0-A890-8956-1385-D07B45464350}"/>
              </a:ext>
            </a:extLst>
          </p:cNvPr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246675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03A20AD7-F833-865D-0488-E97DAC0BC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Google Shape;61;gb6148a5caf_0_26:notes">
            <a:extLst>
              <a:ext uri="{FF2B5EF4-FFF2-40B4-BE49-F238E27FC236}">
                <a16:creationId xmlns:a16="http://schemas.microsoft.com/office/drawing/2014/main" id="{701E90ED-4CFE-7A52-97E3-3CF9390C8F56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ln>
            <a:miter lim="800000"/>
            <a:headEnd/>
            <a:tailEnd/>
          </a:ln>
        </p:spPr>
      </p:sp>
      <p:sp>
        <p:nvSpPr>
          <p:cNvPr id="29699" name="Google Shape;62;gb6148a5caf_0_26:notes">
            <a:extLst>
              <a:ext uri="{FF2B5EF4-FFF2-40B4-BE49-F238E27FC236}">
                <a16:creationId xmlns:a16="http://schemas.microsoft.com/office/drawing/2014/main" id="{0E1BB7B8-3496-5B3E-43EB-9413946C721C}"/>
              </a:ext>
            </a:extLst>
          </p:cNvPr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72664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8C3ABFA4-1921-2F2D-F964-4642E3C18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Google Shape;61;gb6148a5caf_0_26:notes">
            <a:extLst>
              <a:ext uri="{FF2B5EF4-FFF2-40B4-BE49-F238E27FC236}">
                <a16:creationId xmlns:a16="http://schemas.microsoft.com/office/drawing/2014/main" id="{904484B3-B0BC-DF4F-DCEB-3AFA96E5B66A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ln>
            <a:miter lim="800000"/>
            <a:headEnd/>
            <a:tailEnd/>
          </a:ln>
        </p:spPr>
      </p:sp>
      <p:sp>
        <p:nvSpPr>
          <p:cNvPr id="29699" name="Google Shape;62;gb6148a5caf_0_26:notes">
            <a:extLst>
              <a:ext uri="{FF2B5EF4-FFF2-40B4-BE49-F238E27FC236}">
                <a16:creationId xmlns:a16="http://schemas.microsoft.com/office/drawing/2014/main" id="{6EEC7E4B-FCA1-9FAC-5260-8A9D405882E6}"/>
              </a:ext>
            </a:extLst>
          </p:cNvPr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124357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3009F4C9-C570-E18A-D85E-BC8CAF145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Google Shape;61;gb6148a5caf_0_26:notes">
            <a:extLst>
              <a:ext uri="{FF2B5EF4-FFF2-40B4-BE49-F238E27FC236}">
                <a16:creationId xmlns:a16="http://schemas.microsoft.com/office/drawing/2014/main" id="{99059C97-3A5B-D930-96D7-F7BBC3F9C99B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ln>
            <a:miter lim="800000"/>
            <a:headEnd/>
            <a:tailEnd/>
          </a:ln>
        </p:spPr>
      </p:sp>
      <p:sp>
        <p:nvSpPr>
          <p:cNvPr id="29699" name="Google Shape;62;gb6148a5caf_0_26:notes">
            <a:extLst>
              <a:ext uri="{FF2B5EF4-FFF2-40B4-BE49-F238E27FC236}">
                <a16:creationId xmlns:a16="http://schemas.microsoft.com/office/drawing/2014/main" id="{CEA77961-DBB9-EA98-0EA5-C0BBAA3A4285}"/>
              </a:ext>
            </a:extLst>
          </p:cNvPr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329689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E27264D2-C489-0DDF-1AFF-FF033B503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Google Shape;61;gb6148a5caf_0_26:notes">
            <a:extLst>
              <a:ext uri="{FF2B5EF4-FFF2-40B4-BE49-F238E27FC236}">
                <a16:creationId xmlns:a16="http://schemas.microsoft.com/office/drawing/2014/main" id="{0D628D8C-7C12-8DA7-10A8-4B0B5D2C1485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ln>
            <a:miter lim="800000"/>
            <a:headEnd/>
            <a:tailEnd/>
          </a:ln>
        </p:spPr>
      </p:sp>
      <p:sp>
        <p:nvSpPr>
          <p:cNvPr id="29699" name="Google Shape;62;gb6148a5caf_0_26:notes">
            <a:extLst>
              <a:ext uri="{FF2B5EF4-FFF2-40B4-BE49-F238E27FC236}">
                <a16:creationId xmlns:a16="http://schemas.microsoft.com/office/drawing/2014/main" id="{3345AA5B-B1B3-6FDF-A8D3-F776A03B6211}"/>
              </a:ext>
            </a:extLst>
          </p:cNvPr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612300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Google Shape;61;gb6148a5caf_0_26:notes">
            <a:extLst>
              <a:ext uri="{FF2B5EF4-FFF2-40B4-BE49-F238E27FC236}">
                <a16:creationId xmlns:a16="http://schemas.microsoft.com/office/drawing/2014/main" id="{FB79C40B-F5F7-6F79-E4BD-067DD195276A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ln>
            <a:miter lim="800000"/>
            <a:headEnd/>
            <a:tailEnd/>
          </a:ln>
        </p:spPr>
      </p:sp>
      <p:sp>
        <p:nvSpPr>
          <p:cNvPr id="35843" name="Google Shape;62;gb6148a5caf_0_26:notes">
            <a:extLst>
              <a:ext uri="{FF2B5EF4-FFF2-40B4-BE49-F238E27FC236}">
                <a16:creationId xmlns:a16="http://schemas.microsoft.com/office/drawing/2014/main" id="{AFF88471-33D5-827C-E388-A3D832EAF0B7}"/>
              </a:ext>
            </a:extLst>
          </p:cNvPr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anchor="b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" name="Google Shape;8;p1">
            <a:extLst>
              <a:ext uri="{FF2B5EF4-FFF2-40B4-BE49-F238E27FC236}">
                <a16:creationId xmlns:a16="http://schemas.microsoft.com/office/drawing/2014/main" id="{2467DBEF-6758-2B65-CF20-A06B90F23B82}"/>
              </a:ext>
            </a:extLst>
          </p:cNvPr>
          <p:cNvSpPr txBox="1">
            <a:spLocks noGrp="1"/>
          </p:cNvSpPr>
          <p:nvPr>
            <p:ph type="sldNum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BF705E-58FB-410C-925D-2A996552B5E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18753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anchor="b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" name="Google Shape;8;p1">
            <a:extLst>
              <a:ext uri="{FF2B5EF4-FFF2-40B4-BE49-F238E27FC236}">
                <a16:creationId xmlns:a16="http://schemas.microsoft.com/office/drawing/2014/main" id="{12CE558F-8D17-AB14-3C94-4766AC039857}"/>
              </a:ext>
            </a:extLst>
          </p:cNvPr>
          <p:cNvSpPr txBox="1">
            <a:spLocks noGrp="1"/>
          </p:cNvSpPr>
          <p:nvPr>
            <p:ph type="sldNum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F0F07F-BD0E-4A07-A4BA-167C80550D4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948973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anchor="ctr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" name="Google Shape;8;p1">
            <a:extLst>
              <a:ext uri="{FF2B5EF4-FFF2-40B4-BE49-F238E27FC236}">
                <a16:creationId xmlns:a16="http://schemas.microsoft.com/office/drawing/2014/main" id="{ED8C2003-0FD0-79CB-0A06-59574A7B2FA5}"/>
              </a:ext>
            </a:extLst>
          </p:cNvPr>
          <p:cNvSpPr txBox="1">
            <a:spLocks noGrp="1"/>
          </p:cNvSpPr>
          <p:nvPr>
            <p:ph type="sldNum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A3C8E9-987E-4AE3-9E5F-595346DEE3C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1634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6;p9">
            <a:extLst>
              <a:ext uri="{FF2B5EF4-FFF2-40B4-BE49-F238E27FC236}">
                <a16:creationId xmlns:a16="http://schemas.microsoft.com/office/drawing/2014/main" id="{38C43363-93B6-8BE1-BAD5-9C9F145C8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0"/>
            <a:ext cx="4572000" cy="51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lIns="91425" tIns="91425" rIns="91425" bIns="91425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000000"/>
              </a:buClr>
              <a:buFont typeface="Arial" panose="020B0604020202020204" pitchFamily="34" charset="0"/>
              <a:buNone/>
              <a:defRPr/>
            </a:pPr>
            <a:endParaRPr lang="en-US" altLang="en-US"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anchor="b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anchor="ctr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" name="Google Shape;40;p9">
            <a:extLst>
              <a:ext uri="{FF2B5EF4-FFF2-40B4-BE49-F238E27FC236}">
                <a16:creationId xmlns:a16="http://schemas.microsoft.com/office/drawing/2014/main" id="{7E6A6310-BA34-6479-3D8D-F27FD994F723}"/>
              </a:ext>
            </a:extLst>
          </p:cNvPr>
          <p:cNvSpPr txBox="1"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C75061-0BED-4F9A-BF43-C74C043B706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239227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anchor="ctr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2" name="Google Shape;8;p1">
            <a:extLst>
              <a:ext uri="{FF2B5EF4-FFF2-40B4-BE49-F238E27FC236}">
                <a16:creationId xmlns:a16="http://schemas.microsoft.com/office/drawing/2014/main" id="{1C26D03D-620A-4D95-5C5B-E69BF1F1C108}"/>
              </a:ext>
            </a:extLst>
          </p:cNvPr>
          <p:cNvSpPr txBox="1">
            <a:spLocks noGrp="1"/>
          </p:cNvSpPr>
          <p:nvPr>
            <p:ph type="sldNum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EC72F9-CF6F-4BE4-A655-E7BF09312DC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88336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anchor="b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" name="Google Shape;8;p1">
            <a:extLst>
              <a:ext uri="{FF2B5EF4-FFF2-40B4-BE49-F238E27FC236}">
                <a16:creationId xmlns:a16="http://schemas.microsoft.com/office/drawing/2014/main" id="{8C31B8B1-1CD1-8392-E993-9B9BC568924F}"/>
              </a:ext>
            </a:extLst>
          </p:cNvPr>
          <p:cNvSpPr txBox="1">
            <a:spLocks noGrp="1"/>
          </p:cNvSpPr>
          <p:nvPr>
            <p:ph type="sldNum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B74C1D-522F-439E-A4F8-224CAAC9966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32222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;p1">
            <a:extLst>
              <a:ext uri="{FF2B5EF4-FFF2-40B4-BE49-F238E27FC236}">
                <a16:creationId xmlns:a16="http://schemas.microsoft.com/office/drawing/2014/main" id="{2E17AC62-1F55-DB84-BDD9-B8CDA25D4282}"/>
              </a:ext>
            </a:extLst>
          </p:cNvPr>
          <p:cNvSpPr txBox="1">
            <a:spLocks noGrp="1"/>
          </p:cNvSpPr>
          <p:nvPr>
            <p:ph type="sldNum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D81A69-9B2B-4A5D-A059-AF491E785E2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10100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6;p1">
            <a:extLst>
              <a:ext uri="{FF2B5EF4-FFF2-40B4-BE49-F238E27FC236}">
                <a16:creationId xmlns:a16="http://schemas.microsoft.com/office/drawing/2014/main" id="{54CB8C59-6859-BF0E-458C-D55C6CFA52D2}"/>
              </a:ext>
            </a:extLst>
          </p:cNvPr>
          <p:cNvSpPr txBox="1">
            <a:spLocks noGrp="1"/>
          </p:cNvSpPr>
          <p:nvPr>
            <p:ph type="title"/>
          </p:nvPr>
        </p:nvSpPr>
        <p:spPr bwMode="auto">
          <a:xfrm>
            <a:off x="311150" y="444500"/>
            <a:ext cx="8521700" cy="573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91425" rIns="91425" bIns="91425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altLang="en-US">
              <a:sym typeface="Arial" panose="020B0604020202020204" pitchFamily="34" charset="0"/>
            </a:endParaRPr>
          </a:p>
        </p:txBody>
      </p:sp>
      <p:sp>
        <p:nvSpPr>
          <p:cNvPr id="1027" name="Google Shape;7;p1">
            <a:extLst>
              <a:ext uri="{FF2B5EF4-FFF2-40B4-BE49-F238E27FC236}">
                <a16:creationId xmlns:a16="http://schemas.microsoft.com/office/drawing/2014/main" id="{EEEEE3F7-078C-9690-E564-E6B73AFD6872}"/>
              </a:ext>
            </a:extLst>
          </p:cNvPr>
          <p:cNvSpPr txBox="1">
            <a:spLocks noGrp="1"/>
          </p:cNvSpPr>
          <p:nvPr>
            <p:ph type="body" idx="1"/>
          </p:nvPr>
        </p:nvSpPr>
        <p:spPr bwMode="auto">
          <a:xfrm>
            <a:off x="311150" y="1152525"/>
            <a:ext cx="8521700" cy="341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91425" rIns="91425" bIns="91425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altLang="en-US">
              <a:sym typeface="Arial" panose="020B0604020202020204" pitchFamily="34" charset="0"/>
            </a:endParaRPr>
          </a:p>
        </p:txBody>
      </p:sp>
      <p:sp>
        <p:nvSpPr>
          <p:cNvPr id="1028" name="Google Shape;8;p1">
            <a:extLst>
              <a:ext uri="{FF2B5EF4-FFF2-40B4-BE49-F238E27FC236}">
                <a16:creationId xmlns:a16="http://schemas.microsoft.com/office/drawing/2014/main" id="{693B9620-9367-F148-8288-D5D7463E14F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 bwMode="auto">
          <a:xfrm>
            <a:off x="8472488" y="4662488"/>
            <a:ext cx="549275" cy="39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25" tIns="91425" rIns="91425" bIns="91425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buClr>
                <a:srgbClr val="000000"/>
              </a:buClr>
              <a:buFont typeface="Arial" panose="020B0604020202020204" pitchFamily="34" charset="0"/>
              <a:buNone/>
              <a:defRPr sz="1000">
                <a:solidFill>
                  <a:srgbClr val="595959"/>
                </a:solidFill>
              </a:defRPr>
            </a:lvl1pPr>
          </a:lstStyle>
          <a:p>
            <a:pPr>
              <a:defRPr/>
            </a:pPr>
            <a:fld id="{D99C7298-F65F-4D88-B44E-58FFA21941F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58" r:id="rId1"/>
    <p:sldLayoutId id="2147483760" r:id="rId2"/>
    <p:sldLayoutId id="2147483761" r:id="rId3"/>
    <p:sldLayoutId id="2147483765" r:id="rId4"/>
    <p:sldLayoutId id="2147483762" r:id="rId5"/>
    <p:sldLayoutId id="2147483763" r:id="rId6"/>
    <p:sldLayoutId id="2147483764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1pPr>
      <a:lvl2pPr lvl="1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2pPr>
      <a:lvl3pPr lvl="2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3pPr>
      <a:lvl4pPr lvl="3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4pPr>
      <a:lvl5pPr lvl="4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L="342900" indent="-342900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buChar char="•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1pPr>
      <a:lvl2pPr marL="742950" lvl="1" indent="-285750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buChar char="–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2pPr>
      <a:lvl3pPr marL="1143000" lvl="2" indent="-228600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buChar char="•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3pPr>
      <a:lvl4pPr marL="1600200" lvl="3" indent="-228600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buChar char="–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4pPr>
      <a:lvl5pPr marL="2057400" lvl="4" indent="-228600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buChar char="»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1.png"/><Relationship Id="rId7" Type="http://schemas.openxmlformats.org/officeDocument/2006/relationships/image" Target="../media/image7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3" Type="http://schemas.openxmlformats.org/officeDocument/2006/relationships/image" Target="../media/image1.png"/><Relationship Id="rId7" Type="http://schemas.openxmlformats.org/officeDocument/2006/relationships/image" Target="../media/image13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jpeg"/><Relationship Id="rId5" Type="http://schemas.openxmlformats.org/officeDocument/2006/relationships/image" Target="../media/image11.jpeg"/><Relationship Id="rId4" Type="http://schemas.openxmlformats.org/officeDocument/2006/relationships/image" Target="../media/image3.png"/><Relationship Id="rId9" Type="http://schemas.openxmlformats.org/officeDocument/2006/relationships/image" Target="../media/image15.jpe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eg"/><Relationship Id="rId3" Type="http://schemas.openxmlformats.org/officeDocument/2006/relationships/image" Target="../media/image1.png"/><Relationship Id="rId7" Type="http://schemas.openxmlformats.org/officeDocument/2006/relationships/image" Target="../media/image18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jpeg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Google Shape;54;p13">
            <a:extLst>
              <a:ext uri="{FF2B5EF4-FFF2-40B4-BE49-F238E27FC236}">
                <a16:creationId xmlns:a16="http://schemas.microsoft.com/office/drawing/2014/main" id="{82C31A2F-19F3-B995-B686-F4D4EA55655E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6075" y="46038"/>
            <a:ext cx="942975" cy="935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9" name="Google Shape;56;p13">
            <a:extLst>
              <a:ext uri="{FF2B5EF4-FFF2-40B4-BE49-F238E27FC236}">
                <a16:creationId xmlns:a16="http://schemas.microsoft.com/office/drawing/2014/main" id="{BFE25960-E12F-F16A-2111-4060EC2E4E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317625"/>
            <a:ext cx="9144000" cy="1298575"/>
          </a:xfrm>
          <a:prstGeom prst="rect">
            <a:avLst/>
          </a:prstGeom>
          <a:solidFill>
            <a:srgbClr val="090567"/>
          </a:solidFill>
          <a:ln w="9525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en-US" sz="22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CONNIFY: CONNECT SAFELY</a:t>
            </a:r>
          </a:p>
        </p:txBody>
      </p:sp>
      <p:sp>
        <p:nvSpPr>
          <p:cNvPr id="57" name="Google Shape;57;p13">
            <a:extLst>
              <a:ext uri="{FF2B5EF4-FFF2-40B4-BE49-F238E27FC236}">
                <a16:creationId xmlns:a16="http://schemas.microsoft.com/office/drawing/2014/main" id="{72C88D42-404A-3118-62F5-F804D49A3D56}"/>
              </a:ext>
            </a:extLst>
          </p:cNvPr>
          <p:cNvSpPr txBox="1"/>
          <p:nvPr/>
        </p:nvSpPr>
        <p:spPr>
          <a:xfrm>
            <a:off x="184244" y="3150000"/>
            <a:ext cx="4300000" cy="1800000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91425" rIns="91425" bIns="91425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" sz="1500" b="1" i="1" kern="0" dirty="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</a:t>
            </a:r>
            <a:endParaRPr sz="1500" b="1" i="1" kern="0" dirty="0">
              <a:solidFill>
                <a:schemeClr val="accent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-US" sz="1400" b="1" kern="0" dirty="0">
                <a:latin typeface="Times New Roman"/>
                <a:ea typeface="Times New Roman"/>
                <a:cs typeface="Times New Roman"/>
                <a:sym typeface="Times New Roman"/>
              </a:rPr>
              <a:t>GANGASH S (2303811710421044)</a:t>
            </a:r>
          </a:p>
          <a:p>
            <a:pPr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-US" sz="1400" b="1" kern="0" dirty="0">
                <a:latin typeface="Times New Roman"/>
                <a:ea typeface="Times New Roman"/>
                <a:cs typeface="Times New Roman"/>
                <a:sym typeface="Times New Roman"/>
              </a:rPr>
              <a:t>GIRIJESH R (2303811710421046)</a:t>
            </a:r>
          </a:p>
          <a:p>
            <a:pPr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-US" sz="1400" b="1" kern="0" dirty="0">
                <a:latin typeface="Times New Roman"/>
                <a:ea typeface="Times New Roman"/>
                <a:cs typeface="Times New Roman"/>
                <a:sym typeface="Times New Roman"/>
              </a:rPr>
              <a:t>GODFREY T R (2303811710421047)</a:t>
            </a:r>
          </a:p>
          <a:p>
            <a:pPr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-US" sz="1400" b="1" kern="0" dirty="0">
                <a:latin typeface="Times New Roman"/>
                <a:ea typeface="Times New Roman"/>
                <a:cs typeface="Times New Roman"/>
                <a:sym typeface="Times New Roman"/>
              </a:rPr>
              <a:t>GRISH NARAYANAN S (2303811710421048)</a:t>
            </a:r>
          </a:p>
        </p:txBody>
      </p:sp>
      <p:sp>
        <p:nvSpPr>
          <p:cNvPr id="58" name="Google Shape;58;p13">
            <a:extLst>
              <a:ext uri="{FF2B5EF4-FFF2-40B4-BE49-F238E27FC236}">
                <a16:creationId xmlns:a16="http://schemas.microsoft.com/office/drawing/2014/main" id="{E3854518-8074-A71A-02BB-A75B7FD39E69}"/>
              </a:ext>
            </a:extLst>
          </p:cNvPr>
          <p:cNvSpPr txBox="1"/>
          <p:nvPr/>
        </p:nvSpPr>
        <p:spPr>
          <a:xfrm>
            <a:off x="5900000" y="3150000"/>
            <a:ext cx="3000000" cy="1338263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91425" rIns="91425" bIns="91425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" sz="1400" b="1" i="1" kern="0" dirty="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 the Guidance of</a:t>
            </a:r>
            <a:endParaRPr lang="en-IN" sz="1500" b="1" i="1" kern="0" dirty="0">
              <a:solidFill>
                <a:schemeClr val="accent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-US" sz="1400" b="1" kern="0" dirty="0">
                <a:latin typeface="Times New Roman"/>
                <a:ea typeface="Times New Roman"/>
                <a:cs typeface="Times New Roman"/>
                <a:sym typeface="Times New Roman"/>
              </a:rPr>
              <a:t>Mrs. R. SATHYA, M.E., (Ph.D)</a:t>
            </a:r>
            <a:endParaRPr lang="en-IN" sz="1500" b="1" kern="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-US" sz="1400" b="1" kern="0" dirty="0">
                <a:latin typeface="Times New Roman"/>
                <a:ea typeface="Times New Roman"/>
                <a:cs typeface="Times New Roman"/>
                <a:sym typeface="Times New Roman"/>
              </a:rPr>
              <a:t>ASSISTANT PROFESSOR,</a:t>
            </a: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-US" sz="1400" b="1" kern="0" dirty="0">
                <a:latin typeface="Times New Roman"/>
                <a:ea typeface="Times New Roman"/>
                <a:cs typeface="Times New Roman"/>
                <a:sym typeface="Times New Roman"/>
              </a:rPr>
              <a:t>DEPT OF CSE,</a:t>
            </a: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-US" sz="1400" b="1" kern="0" dirty="0">
                <a:latin typeface="Times New Roman"/>
                <a:ea typeface="Times New Roman"/>
                <a:cs typeface="Times New Roman"/>
                <a:sym typeface="Times New Roman"/>
              </a:rPr>
              <a:t>KRCT.</a:t>
            </a:r>
            <a:endParaRPr sz="1500" b="1" kern="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sz="1500" b="1" i="1" kern="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102" name="Picture 2">
            <a:extLst>
              <a:ext uri="{FF2B5EF4-FFF2-40B4-BE49-F238E27FC236}">
                <a16:creationId xmlns:a16="http://schemas.microsoft.com/office/drawing/2014/main" id="{1DD3CCF1-067A-D096-B94B-77A1435B4B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950" y="174625"/>
            <a:ext cx="4572000" cy="104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Google Shape;64;p14">
            <a:extLst>
              <a:ext uri="{FF2B5EF4-FFF2-40B4-BE49-F238E27FC236}">
                <a16:creationId xmlns:a16="http://schemas.microsoft.com/office/drawing/2014/main" id="{4375B4A7-7834-269D-E01A-C599829D07A2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1025" y="20638"/>
            <a:ext cx="801688" cy="796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Google Shape;65;p14">
            <a:extLst>
              <a:ext uri="{FF2B5EF4-FFF2-40B4-BE49-F238E27FC236}">
                <a16:creationId xmlns:a16="http://schemas.microsoft.com/office/drawing/2014/main" id="{27CE846F-7F86-46B7-8D01-A4BAF099D533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8" y="0"/>
            <a:ext cx="8763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8" name="Google Shape;66;p14">
            <a:extLst>
              <a:ext uri="{FF2B5EF4-FFF2-40B4-BE49-F238E27FC236}">
                <a16:creationId xmlns:a16="http://schemas.microsoft.com/office/drawing/2014/main" id="{6EB9F0F2-4748-2886-9D81-C9E7461199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6175" y="-150987"/>
            <a:ext cx="6958013" cy="720725"/>
          </a:xfrm>
          <a:prstGeom prst="roundRect">
            <a:avLst>
              <a:gd name="adj" fmla="val 16667"/>
            </a:avLst>
          </a:prstGeom>
          <a:solidFill>
            <a:srgbClr val="090567"/>
          </a:solidFill>
          <a:ln w="9525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en-US" sz="28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CONTENTS</a:t>
            </a:r>
          </a:p>
        </p:txBody>
      </p:sp>
      <p:sp>
        <p:nvSpPr>
          <p:cNvPr id="5" name="Google Shape;58;p13">
            <a:extLst>
              <a:ext uri="{FF2B5EF4-FFF2-40B4-BE49-F238E27FC236}">
                <a16:creationId xmlns:a16="http://schemas.microsoft.com/office/drawing/2014/main" id="{C974FB76-801F-FA5E-4E37-D9DE529EB253}"/>
              </a:ext>
            </a:extLst>
          </p:cNvPr>
          <p:cNvSpPr txBox="1"/>
          <p:nvPr/>
        </p:nvSpPr>
        <p:spPr>
          <a:xfrm>
            <a:off x="1146175" y="700000"/>
            <a:ext cx="7000000" cy="4350000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91425" rIns="91425" bIns="91425"/>
          <a:lstStyle/>
          <a:p>
            <a:pPr marL="285750" indent="-285750"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Clr>
                <a:srgbClr val="090567"/>
              </a:buClr>
              <a:buFont typeface="Wingdings" pitchFamily="2" charset="2"/>
              <a:buChar char="v"/>
            </a:pPr>
            <a:r>
              <a:rPr lang="en-US" sz="14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IDENTIFICATION</a:t>
            </a:r>
          </a:p>
          <a:p>
            <a:pPr marL="285750" indent="-285750"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Clr>
                <a:srgbClr val="090567"/>
              </a:buClr>
              <a:buFont typeface="Wingdings" pitchFamily="2" charset="2"/>
              <a:buChar char="v"/>
            </a:pPr>
            <a:r>
              <a:rPr lang="en-US" sz="14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ABSTRACT</a:t>
            </a:r>
          </a:p>
          <a:p>
            <a:pPr marL="285750" indent="-285750"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Clr>
                <a:srgbClr val="090567"/>
              </a:buClr>
              <a:buFont typeface="Wingdings" pitchFamily="2" charset="2"/>
              <a:buChar char="v"/>
            </a:pPr>
            <a:r>
              <a:rPr lang="en-US" sz="14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 AND SCOPE OF THE PROJECT</a:t>
            </a:r>
          </a:p>
          <a:p>
            <a:pPr marL="285750" indent="-285750"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Clr>
                <a:srgbClr val="090567"/>
              </a:buClr>
              <a:buFont typeface="Wingdings" pitchFamily="2" charset="2"/>
              <a:buChar char="v"/>
            </a:pPr>
            <a:r>
              <a:rPr lang="en-US" sz="14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SURVEY</a:t>
            </a:r>
          </a:p>
          <a:p>
            <a:pPr marL="285750" indent="-285750"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Clr>
                <a:srgbClr val="090567"/>
              </a:buClr>
              <a:buFont typeface="Wingdings" pitchFamily="2" charset="2"/>
              <a:buChar char="v"/>
            </a:pPr>
            <a:r>
              <a:rPr lang="en-US" sz="14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SYSTEM</a:t>
            </a:r>
          </a:p>
          <a:p>
            <a:pPr marL="285750" indent="-285750"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Clr>
                <a:srgbClr val="090567"/>
              </a:buClr>
              <a:buFont typeface="Wingdings" pitchFamily="2" charset="2"/>
              <a:buChar char="v"/>
            </a:pPr>
            <a:r>
              <a:rPr lang="en-US" sz="14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SYSTEM</a:t>
            </a:r>
          </a:p>
          <a:p>
            <a:pPr marL="571500" indent="-228600"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Clr>
                <a:srgbClr val="090567"/>
              </a:buClr>
              <a:buFont typeface="Wingdings" pitchFamily="2" charset="2"/>
              <a:buChar char="Ø"/>
            </a:pPr>
            <a:r>
              <a:rPr lang="en-US" sz="14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ARCHITECTURE DIAGRAM OF PROPOSED SYSTEM</a:t>
            </a:r>
          </a:p>
          <a:p>
            <a:pPr marL="571500" indent="-228600"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Clr>
                <a:srgbClr val="090567"/>
              </a:buClr>
              <a:buFont typeface="Wingdings" pitchFamily="2" charset="2"/>
              <a:buChar char="Ø"/>
            </a:pPr>
            <a:r>
              <a:rPr lang="en-US" sz="14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 DESCRIPTION</a:t>
            </a:r>
          </a:p>
          <a:p>
            <a:pPr marL="285750" indent="-285750"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Clr>
                <a:srgbClr val="090567"/>
              </a:buClr>
              <a:buFont typeface="Wingdings" pitchFamily="2" charset="2"/>
              <a:buChar char="v"/>
            </a:pPr>
            <a:r>
              <a:rPr lang="en-US" sz="14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HARDWARE AND SOFTWARE REQUIREMENTS</a:t>
            </a:r>
          </a:p>
          <a:p>
            <a:pPr marL="285750" indent="-285750"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Clr>
                <a:srgbClr val="090567"/>
              </a:buClr>
              <a:buFont typeface="Wingdings" pitchFamily="2" charset="2"/>
              <a:buChar char="v"/>
            </a:pPr>
            <a:r>
              <a:rPr lang="en-US" sz="14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UI PROTOTYPE SCREENS</a:t>
            </a:r>
          </a:p>
          <a:p>
            <a:pPr marL="285750" indent="-285750"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Clr>
                <a:srgbClr val="090567"/>
              </a:buClr>
              <a:buFont typeface="Wingdings" pitchFamily="2" charset="2"/>
              <a:buChar char="v"/>
            </a:pPr>
            <a:r>
              <a:rPr lang="en-US" sz="14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IMPLEMENTATION DETAILS</a:t>
            </a:r>
          </a:p>
          <a:p>
            <a:pPr marL="285750" indent="-285750"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Clr>
                <a:srgbClr val="090567"/>
              </a:buClr>
              <a:buFont typeface="Wingdings" pitchFamily="2" charset="2"/>
              <a:buChar char="v"/>
            </a:pPr>
            <a:r>
              <a:rPr lang="en-US" sz="14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 CASES / EXPERIMENTAL ANALYSIS</a:t>
            </a:r>
          </a:p>
          <a:p>
            <a:pPr marL="285750" indent="-285750"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Clr>
                <a:srgbClr val="090567"/>
              </a:buClr>
              <a:buFont typeface="Wingdings" pitchFamily="2" charset="2"/>
              <a:buChar char="v"/>
            </a:pPr>
            <a:r>
              <a:rPr lang="en-US" sz="14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 SCREENSHOTS</a:t>
            </a:r>
          </a:p>
          <a:p>
            <a:pPr marL="285750" indent="-285750"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Clr>
                <a:srgbClr val="090567"/>
              </a:buClr>
              <a:buFont typeface="Wingdings" pitchFamily="2" charset="2"/>
              <a:buChar char="v"/>
            </a:pPr>
            <a:r>
              <a:rPr lang="en-US" sz="14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</a:p>
          <a:p>
            <a:pPr marL="285750" indent="-285750"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Clr>
                <a:srgbClr val="090567"/>
              </a:buClr>
              <a:buFont typeface="Wingdings" pitchFamily="2" charset="2"/>
              <a:buChar char="v"/>
            </a:pPr>
            <a:r>
              <a:rPr lang="en-US" sz="14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</a:p>
          <a:p>
            <a:pPr marL="285750" indent="-285750"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Clr>
                <a:srgbClr val="090567"/>
              </a:buClr>
              <a:buFont typeface="Wingdings" pitchFamily="2" charset="2"/>
              <a:buChar char="v"/>
            </a:pPr>
            <a:r>
              <a:rPr lang="en-US" sz="14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PRODUCT PUBLICATION PROOF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Google Shape;64;p14">
            <a:extLst>
              <a:ext uri="{FF2B5EF4-FFF2-40B4-BE49-F238E27FC236}">
                <a16:creationId xmlns:a16="http://schemas.microsoft.com/office/drawing/2014/main" id="{1A994694-DB68-D918-E908-4273013529E1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5000" y="0"/>
            <a:ext cx="801688" cy="79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5" name="Google Shape;65;p14">
            <a:extLst>
              <a:ext uri="{FF2B5EF4-FFF2-40B4-BE49-F238E27FC236}">
                <a16:creationId xmlns:a16="http://schemas.microsoft.com/office/drawing/2014/main" id="{10222823-4A62-D282-12FA-69BBA9B8DBA4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13" y="-20638"/>
            <a:ext cx="876300" cy="8382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6" name="Google Shape;66;p14">
            <a:extLst>
              <a:ext uri="{FF2B5EF4-FFF2-40B4-BE49-F238E27FC236}">
                <a16:creationId xmlns:a16="http://schemas.microsoft.com/office/drawing/2014/main" id="{C80F12B2-FFC2-3750-00C4-F15DEAA889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2200" y="74613"/>
            <a:ext cx="6958013" cy="720725"/>
          </a:xfrm>
          <a:prstGeom prst="roundRect">
            <a:avLst>
              <a:gd name="adj" fmla="val 16667"/>
            </a:avLst>
          </a:prstGeom>
          <a:solidFill>
            <a:srgbClr val="090567"/>
          </a:solidFill>
          <a:ln w="9525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marL="0" indent="0" algn="ctr" eaLnBrk="1" hangingPunct="1">
              <a:buNone/>
            </a:pPr>
            <a:r>
              <a:rPr lang="en-US" altLang="en-US" sz="2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PROBLEM IDENTIFICATION</a:t>
            </a:r>
          </a:p>
        </p:txBody>
      </p:sp>
      <p:sp>
        <p:nvSpPr>
          <p:cNvPr id="5" name="Google Shape;58;p13">
            <a:extLst>
              <a:ext uri="{FF2B5EF4-FFF2-40B4-BE49-F238E27FC236}">
                <a16:creationId xmlns:a16="http://schemas.microsoft.com/office/drawing/2014/main" id="{70216EBE-45DE-2DAE-E61B-BBCEE3E743CB}"/>
              </a:ext>
            </a:extLst>
          </p:cNvPr>
          <p:cNvSpPr txBox="1"/>
          <p:nvPr/>
        </p:nvSpPr>
        <p:spPr>
          <a:xfrm>
            <a:off x="900000" y="980000"/>
            <a:ext cx="7350000" cy="3950000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91425" rIns="91425" bIns="91425"/>
          <a:lstStyle/>
          <a:p>
            <a:pPr marL="285750" indent="-285750" algn="just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  <a:buClr>
                <a:srgbClr val="090567"/>
              </a:buClr>
              <a:buFont typeface="Wingdings" pitchFamily="2" charset="2"/>
              <a:buChar char="Ø"/>
            </a:pPr>
            <a:r>
              <a:rPr lang="en-US" sz="14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Location Exposure: </a:t>
            </a:r>
            <a:r>
              <a:rPr lang="en-US" sz="14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apps send raw GPS coordinates to centralized servers, enabling tracking, stalking and location profiling.</a:t>
            </a:r>
          </a:p>
          <a:p>
            <a:pPr marL="285750" indent="-285750" algn="just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  <a:buClr>
                <a:srgbClr val="090567"/>
              </a:buClr>
              <a:buFont typeface="Wingdings" pitchFamily="2" charset="2"/>
              <a:buChar char="Ø"/>
            </a:pPr>
            <a:r>
              <a:rPr lang="en-US" sz="14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GPS Sensor Jitter: </a:t>
            </a:r>
            <a:r>
              <a:rPr lang="en-US" sz="14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Coordinate rounding and plain hashing fail because small GPS drift changes the hash, so people standing 3 m apart do not match.</a:t>
            </a:r>
          </a:p>
          <a:p>
            <a:pPr marL="285750" indent="-285750" algn="just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  <a:buClr>
                <a:srgbClr val="090567"/>
              </a:buClr>
              <a:buFont typeface="Wingdings" pitchFamily="2" charset="2"/>
              <a:buChar char="Ø"/>
            </a:pPr>
            <a:r>
              <a:rPr lang="en-US" sz="14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Unverified Stranger Identity: </a:t>
            </a:r>
            <a:r>
              <a:rPr lang="en-US" sz="14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Static passwords, public profiles and unverifiable logs leave users open to impersonation and unsafe meetups.</a:t>
            </a:r>
          </a:p>
          <a:p>
            <a:pPr marL="285750" indent="-285750" algn="just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  <a:buClr>
                <a:srgbClr val="090567"/>
              </a:buClr>
              <a:buFont typeface="Wingdings" pitchFamily="2" charset="2"/>
              <a:buChar char="Ø"/>
            </a:pPr>
            <a:r>
              <a:rPr lang="en-US" sz="14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Integrated Safety: </a:t>
            </a:r>
            <a:r>
              <a:rPr lang="en-US" sz="14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Messaging and location apps lack temporary trust, offline fallback and emergency tools in a single workflow.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Google Shape;64;p14">
            <a:extLst>
              <a:ext uri="{FF2B5EF4-FFF2-40B4-BE49-F238E27FC236}">
                <a16:creationId xmlns:a16="http://schemas.microsoft.com/office/drawing/2014/main" id="{1F6BEBF6-55AF-290A-8E7C-5B0FC3BF192B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6113" y="-7938"/>
            <a:ext cx="801687" cy="79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3" name="Google Shape;65;p14">
            <a:extLst>
              <a:ext uri="{FF2B5EF4-FFF2-40B4-BE49-F238E27FC236}">
                <a16:creationId xmlns:a16="http://schemas.microsoft.com/office/drawing/2014/main" id="{C6F4AD22-5B2C-D576-40CF-E2E4474E7A7F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-7938"/>
            <a:ext cx="876300" cy="8382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4" name="Google Shape;66;p14">
            <a:extLst>
              <a:ext uri="{FF2B5EF4-FFF2-40B4-BE49-F238E27FC236}">
                <a16:creationId xmlns:a16="http://schemas.microsoft.com/office/drawing/2014/main" id="{38914F27-323B-FF7E-4551-2D430D0283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6175" y="58738"/>
            <a:ext cx="6958013" cy="720725"/>
          </a:xfrm>
          <a:prstGeom prst="roundRect">
            <a:avLst>
              <a:gd name="adj" fmla="val 16667"/>
            </a:avLst>
          </a:prstGeom>
          <a:solidFill>
            <a:srgbClr val="090567"/>
          </a:solidFill>
          <a:ln w="9525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marL="0" indent="0" algn="ctr" eaLnBrk="1" hangingPunct="1">
              <a:buNone/>
            </a:pPr>
            <a:r>
              <a:rPr lang="en-US" altLang="en-US" sz="2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ABSTRACT</a:t>
            </a:r>
          </a:p>
        </p:txBody>
      </p:sp>
      <p:sp>
        <p:nvSpPr>
          <p:cNvPr id="5" name="Google Shape;58;p13">
            <a:extLst>
              <a:ext uri="{FF2B5EF4-FFF2-40B4-BE49-F238E27FC236}">
                <a16:creationId xmlns:a16="http://schemas.microsoft.com/office/drawing/2014/main" id="{F7489DFE-F9EE-5C55-BD34-0938115068AA}"/>
              </a:ext>
            </a:extLst>
          </p:cNvPr>
          <p:cNvSpPr txBox="1"/>
          <p:nvPr/>
        </p:nvSpPr>
        <p:spPr>
          <a:xfrm>
            <a:off x="881689" y="1725958"/>
            <a:ext cx="7350000" cy="3950000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91425" rIns="91425" bIns="91425"/>
          <a:lstStyle/>
          <a:p>
            <a:pPr algn="just"/>
            <a:r>
              <a:rPr lang="en-I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Connify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decentralized, zero-knowledge platform that enables safe connections between nearby strangers without revealing their identities or exact locations. Its SHARP protocol uses a 9-cell neighbourhood, a 1024-bit Bloom filter, and BCH(15,7) error correction, sharing only 8-bit syndromes and blinded SHA-256 hashes. It supports Ed25519-based QR handshakes, short-lived JIT trust capsules, Socket.IO chat, WebRTC voice, offline fallback,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behavioral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risk analysis, and a hash-chained audit ledger. The app is live on Google Play (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com.connify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Google Shape;64;p14">
            <a:extLst>
              <a:ext uri="{FF2B5EF4-FFF2-40B4-BE49-F238E27FC236}">
                <a16:creationId xmlns:a16="http://schemas.microsoft.com/office/drawing/2014/main" id="{F314362E-5BAB-3C20-8808-42BB7CD5F97A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6113" y="-7938"/>
            <a:ext cx="801687" cy="79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1" name="Google Shape;65;p14">
            <a:extLst>
              <a:ext uri="{FF2B5EF4-FFF2-40B4-BE49-F238E27FC236}">
                <a16:creationId xmlns:a16="http://schemas.microsoft.com/office/drawing/2014/main" id="{00401ED0-61B3-85C6-C764-AAE465CBDEBE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-7938"/>
            <a:ext cx="876300" cy="8382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2" name="Google Shape;66;p14">
            <a:extLst>
              <a:ext uri="{FF2B5EF4-FFF2-40B4-BE49-F238E27FC236}">
                <a16:creationId xmlns:a16="http://schemas.microsoft.com/office/drawing/2014/main" id="{310DA320-DFEF-7214-150F-F80492D304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6175" y="58738"/>
            <a:ext cx="6958013" cy="720725"/>
          </a:xfrm>
          <a:prstGeom prst="roundRect">
            <a:avLst>
              <a:gd name="adj" fmla="val 16667"/>
            </a:avLst>
          </a:prstGeom>
          <a:solidFill>
            <a:srgbClr val="090567"/>
          </a:solidFill>
          <a:ln w="9525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marL="0" indent="0" algn="ctr" eaLnBrk="1" hangingPunct="1">
              <a:buNone/>
            </a:pPr>
            <a:r>
              <a:rPr lang="en-US" altLang="en-US" sz="2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OBJECTIVES</a:t>
            </a:r>
          </a:p>
        </p:txBody>
      </p:sp>
      <p:sp>
        <p:nvSpPr>
          <p:cNvPr id="5" name="Google Shape;58;p13">
            <a:extLst>
              <a:ext uri="{FF2B5EF4-FFF2-40B4-BE49-F238E27FC236}">
                <a16:creationId xmlns:a16="http://schemas.microsoft.com/office/drawing/2014/main" id="{ACBC29BF-CDDD-B281-974E-F972498607AA}"/>
              </a:ext>
            </a:extLst>
          </p:cNvPr>
          <p:cNvSpPr txBox="1"/>
          <p:nvPr/>
        </p:nvSpPr>
        <p:spPr>
          <a:xfrm>
            <a:off x="900000" y="980000"/>
            <a:ext cx="7350000" cy="3950000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91425" rIns="91425" bIns="91425"/>
          <a:lstStyle/>
          <a:p>
            <a:pPr marL="285750" indent="-285750" algn="just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  <a:buClr>
                <a:srgbClr val="090567"/>
              </a:buClr>
              <a:buFont typeface="Wingdings" pitchFamily="2" charset="2"/>
              <a:buChar char="Ø"/>
            </a:pPr>
            <a:r>
              <a:rPr lang="en-US" sz="14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SHARP Protocol: </a:t>
            </a:r>
            <a:r>
              <a:rPr lang="en-US" sz="14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 zero-knowledge spatial proximity discovery using GF(2⁴) BCH error correction.</a:t>
            </a:r>
          </a:p>
          <a:p>
            <a:pPr marL="285750" indent="-285750" algn="just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  <a:buClr>
                <a:srgbClr val="090567"/>
              </a:buClr>
              <a:buFont typeface="Wingdings" pitchFamily="2" charset="2"/>
              <a:buChar char="Ø"/>
            </a:pPr>
            <a:r>
              <a:rPr lang="en-US" sz="14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Mobile Application: </a:t>
            </a:r>
            <a:r>
              <a:rPr lang="en-US" sz="14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Build a cross-platform React Native / TypeScript app for secure communication between strangers.</a:t>
            </a:r>
          </a:p>
          <a:p>
            <a:pPr marL="285750" indent="-285750" algn="just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  <a:buClr>
                <a:srgbClr val="090567"/>
              </a:buClr>
              <a:buFont typeface="Wingdings" pitchFamily="2" charset="2"/>
              <a:buChar char="Ø"/>
            </a:pPr>
            <a:r>
              <a:rPr lang="en-US" sz="14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Backend Services: </a:t>
            </a:r>
            <a:r>
              <a:rPr lang="en-US" sz="14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 a high-performance Fastify, Prisma ORM and MongoDB backend with REST and WebSocket support.</a:t>
            </a:r>
          </a:p>
          <a:p>
            <a:pPr marL="285750" indent="-285750" algn="just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  <a:buClr>
                <a:srgbClr val="090567"/>
              </a:buClr>
              <a:buFont typeface="Wingdings" pitchFamily="2" charset="2"/>
              <a:buChar char="Ø"/>
            </a:pPr>
            <a:r>
              <a:rPr lang="en-US" sz="14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Deployment: </a:t>
            </a:r>
            <a:r>
              <a:rPr lang="en-US" sz="14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Publish the production application on the Google Play Store (com.connify).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24135-A421-DA51-73D8-612F44E4F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Google Shape;64;p14">
            <a:extLst>
              <a:ext uri="{FF2B5EF4-FFF2-40B4-BE49-F238E27FC236}">
                <a16:creationId xmlns:a16="http://schemas.microsoft.com/office/drawing/2014/main" id="{21311DD9-112E-6808-2E13-A5CCE5469808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6113" y="-7938"/>
            <a:ext cx="801687" cy="79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1" name="Google Shape;65;p14">
            <a:extLst>
              <a:ext uri="{FF2B5EF4-FFF2-40B4-BE49-F238E27FC236}">
                <a16:creationId xmlns:a16="http://schemas.microsoft.com/office/drawing/2014/main" id="{BF93DC63-8857-357B-0AEB-3B73937A1858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-7938"/>
            <a:ext cx="876300" cy="8382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2" name="Google Shape;66;p14">
            <a:extLst>
              <a:ext uri="{FF2B5EF4-FFF2-40B4-BE49-F238E27FC236}">
                <a16:creationId xmlns:a16="http://schemas.microsoft.com/office/drawing/2014/main" id="{9D50008B-5677-C39B-BE2E-E9FD45C910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6175" y="58738"/>
            <a:ext cx="6958013" cy="720725"/>
          </a:xfrm>
          <a:prstGeom prst="roundRect">
            <a:avLst>
              <a:gd name="adj" fmla="val 16667"/>
            </a:avLst>
          </a:prstGeom>
          <a:solidFill>
            <a:srgbClr val="090567"/>
          </a:solidFill>
          <a:ln w="9525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marL="0" indent="0" algn="ctr" eaLnBrk="1" hangingPunct="1">
              <a:buNone/>
            </a:pPr>
            <a:r>
              <a:rPr lang="en-US" altLang="en-US" sz="2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SCOPE OF THE PROJECT</a:t>
            </a:r>
          </a:p>
        </p:txBody>
      </p:sp>
      <p:sp>
        <p:nvSpPr>
          <p:cNvPr id="5" name="Google Shape;58;p13">
            <a:extLst>
              <a:ext uri="{FF2B5EF4-FFF2-40B4-BE49-F238E27FC236}">
                <a16:creationId xmlns:a16="http://schemas.microsoft.com/office/drawing/2014/main" id="{FF90DAAA-BCA6-4C2D-0F1F-826F3AB7A41C}"/>
              </a:ext>
            </a:extLst>
          </p:cNvPr>
          <p:cNvSpPr txBox="1"/>
          <p:nvPr/>
        </p:nvSpPr>
        <p:spPr>
          <a:xfrm>
            <a:off x="900000" y="980000"/>
            <a:ext cx="7350000" cy="3950000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91425" rIns="91425" bIns="91425"/>
          <a:lstStyle/>
          <a:p>
            <a:pPr marL="285750" indent="-285750" algn="just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  <a:buClr>
                <a:srgbClr val="090567"/>
              </a:buClr>
              <a:buFont typeface="Wingdings" pitchFamily="2" charset="2"/>
              <a:buChar char="Ø"/>
            </a:pPr>
            <a:r>
              <a:rPr lang="en-US" sz="14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Connection Categories: </a:t>
            </a:r>
            <a:r>
              <a:rPr lang="en-US" sz="14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Social Meetup, Co-presence, Activity Partner, Escort / Walk-Together and Local Information Sharing (22 categories in total).</a:t>
            </a:r>
          </a:p>
          <a:p>
            <a:pPr marL="285750" indent="-285750" algn="just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  <a:buClr>
                <a:srgbClr val="090567"/>
              </a:buClr>
              <a:buFont typeface="Wingdings" pitchFamily="2" charset="2"/>
              <a:buChar char="Ø"/>
            </a:pPr>
            <a:r>
              <a:rPr lang="en-US" sz="14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Platform Coverage: </a:t>
            </a:r>
            <a:r>
              <a:rPr lang="en-US" sz="14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Android and iOS through React Native and Expo, with 25 screens; published for Android 15+ (SDK 36).</a:t>
            </a:r>
          </a:p>
          <a:p>
            <a:pPr marL="285750" indent="-285750" algn="just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  <a:buClr>
                <a:srgbClr val="090567"/>
              </a:buClr>
              <a:buFont typeface="Wingdings" pitchFamily="2" charset="2"/>
              <a:buChar char="Ø"/>
            </a:pPr>
            <a:r>
              <a:rPr lang="en-US" sz="14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Connectivity: </a:t>
            </a:r>
            <a:r>
              <a:rPr lang="en-US" sz="14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Online through REST and Socket.IO; offline through Wi-Fi mDNS, BLE mesh and SMS fallback.</a:t>
            </a:r>
          </a:p>
          <a:p>
            <a:pPr marL="285750" indent="-285750" algn="just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  <a:buClr>
                <a:srgbClr val="090567"/>
              </a:buClr>
              <a:buFont typeface="Wingdings" pitchFamily="2" charset="2"/>
              <a:buChar char="Ø"/>
            </a:pPr>
            <a:r>
              <a:rPr lang="en-US" sz="14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Safety Coverage: </a:t>
            </a:r>
            <a:r>
              <a:rPr lang="en-US" sz="14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Timed Safety Guard, 115 dB siren, fake call, hazard map, duress PIN and tamper-evident audit ledger.</a:t>
            </a:r>
          </a:p>
        </p:txBody>
      </p:sp>
    </p:spTree>
    <p:extLst>
      <p:ext uri="{BB962C8B-B14F-4D97-AF65-F5344CB8AC3E}">
        <p14:creationId xmlns:p14="http://schemas.microsoft.com/office/powerpoint/2010/main" val="36732045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24135-A421-DA51-73D8-612F44E4F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Google Shape;64;p14">
            <a:extLst>
              <a:ext uri="{FF2B5EF4-FFF2-40B4-BE49-F238E27FC236}">
                <a16:creationId xmlns:a16="http://schemas.microsoft.com/office/drawing/2014/main" id="{21311DD9-112E-6808-2E13-A5CCE5469808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6113" y="-7938"/>
            <a:ext cx="801687" cy="79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1" name="Google Shape;65;p14">
            <a:extLst>
              <a:ext uri="{FF2B5EF4-FFF2-40B4-BE49-F238E27FC236}">
                <a16:creationId xmlns:a16="http://schemas.microsoft.com/office/drawing/2014/main" id="{BF93DC63-8857-357B-0AEB-3B73937A1858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-7938"/>
            <a:ext cx="876300" cy="8382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2" name="Google Shape;66;p14">
            <a:extLst>
              <a:ext uri="{FF2B5EF4-FFF2-40B4-BE49-F238E27FC236}">
                <a16:creationId xmlns:a16="http://schemas.microsoft.com/office/drawing/2014/main" id="{9D50008B-5677-C39B-BE2E-E9FD45C910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6175" y="58738"/>
            <a:ext cx="6958013" cy="720725"/>
          </a:xfrm>
          <a:prstGeom prst="roundRect">
            <a:avLst>
              <a:gd name="adj" fmla="val 16667"/>
            </a:avLst>
          </a:prstGeom>
          <a:solidFill>
            <a:srgbClr val="090567"/>
          </a:solidFill>
          <a:ln w="9525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marL="0" indent="0" algn="ctr" eaLnBrk="1" hangingPunct="1">
              <a:buNone/>
            </a:pPr>
            <a:r>
              <a:rPr lang="en-US" altLang="en-US" sz="2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LITERATURE SURVEY</a:t>
            </a:r>
          </a:p>
        </p:txBody>
      </p:sp>
      <p:sp>
        <p:nvSpPr>
          <p:cNvPr id="5" name="Google Shape;58;p13">
            <a:extLst>
              <a:ext uri="{FF2B5EF4-FFF2-40B4-BE49-F238E27FC236}">
                <a16:creationId xmlns:a16="http://schemas.microsoft.com/office/drawing/2014/main" id="{FF90DAAA-BCA6-4C2D-0F1F-826F3AB7A41C}"/>
              </a:ext>
            </a:extLst>
          </p:cNvPr>
          <p:cNvSpPr txBox="1"/>
          <p:nvPr/>
        </p:nvSpPr>
        <p:spPr>
          <a:xfrm>
            <a:off x="900000" y="980000"/>
            <a:ext cx="7350000" cy="3950000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91425" rIns="91425" bIns="91425"/>
          <a:lstStyle/>
          <a:p>
            <a:pPr marL="285750" indent="-285750" algn="just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  <a:buClr>
                <a:srgbClr val="090567"/>
              </a:buClr>
              <a:buFont typeface="Wingdings" pitchFamily="2" charset="2"/>
              <a:buChar char="Ø"/>
            </a:pPr>
            <a:r>
              <a:rPr lang="en-US" sz="14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Urmila and Shubham (2014): </a:t>
            </a:r>
            <a:r>
              <a:rPr lang="en-US" sz="14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User-sensitive location sharing that shares obfuscated regions instead of exact positions, balancing accuracy and privacy.</a:t>
            </a:r>
          </a:p>
          <a:p>
            <a:pPr marL="285750" indent="-285750" algn="just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  <a:buClr>
                <a:srgbClr val="090567"/>
              </a:buClr>
              <a:buFont typeface="Wingdings" pitchFamily="2" charset="2"/>
              <a:buChar char="Ø"/>
            </a:pPr>
            <a:r>
              <a:rPr lang="en-US" sz="14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Miller and Myers (2018): </a:t>
            </a:r>
            <a:r>
              <a:rPr lang="en-US" sz="14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Proximity detection using beacon-based reference lists instead of exact coordinates; coverage and tracking risks remain.</a:t>
            </a:r>
          </a:p>
          <a:p>
            <a:pPr marL="285750" indent="-285750" algn="just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  <a:buClr>
                <a:srgbClr val="090567"/>
              </a:buClr>
              <a:buFont typeface="Wingdings" pitchFamily="2" charset="2"/>
              <a:buChar char="Ø"/>
            </a:pPr>
            <a:r>
              <a:rPr lang="en-US" sz="14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Grönvall, Westerlund and Pink (2020): </a:t>
            </a:r>
            <a:r>
              <a:rPr lang="en-US" sz="14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Cryptographic location-sharing scheme for friends and strangers, verified with ProVerif security analysis.</a:t>
            </a:r>
          </a:p>
          <a:p>
            <a:pPr marL="285750" indent="-285750" algn="just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  <a:buClr>
                <a:srgbClr val="090567"/>
              </a:buClr>
              <a:buFont typeface="Wingdings" pitchFamily="2" charset="2"/>
              <a:buChar char="Ø"/>
            </a:pPr>
            <a:r>
              <a:rPr lang="en-US" sz="14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Rajasekaran et al. (2022): </a:t>
            </a:r>
            <a:r>
              <a:rPr lang="en-US" sz="14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BLE security and privacy survey: wireless discovery needs careful device identification and permission design.</a:t>
            </a:r>
          </a:p>
        </p:txBody>
      </p:sp>
    </p:spTree>
    <p:extLst>
      <p:ext uri="{BB962C8B-B14F-4D97-AF65-F5344CB8AC3E}">
        <p14:creationId xmlns:p14="http://schemas.microsoft.com/office/powerpoint/2010/main" val="36732045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Google Shape;64;p14">
            <a:extLst>
              <a:ext uri="{FF2B5EF4-FFF2-40B4-BE49-F238E27FC236}">
                <a16:creationId xmlns:a16="http://schemas.microsoft.com/office/drawing/2014/main" id="{75A714DB-C7F6-89CF-5D07-D49AAB099D53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6113" y="-7938"/>
            <a:ext cx="801687" cy="79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7" name="Google Shape;65;p14">
            <a:extLst>
              <a:ext uri="{FF2B5EF4-FFF2-40B4-BE49-F238E27FC236}">
                <a16:creationId xmlns:a16="http://schemas.microsoft.com/office/drawing/2014/main" id="{C49C0FB1-BA28-1B41-BE86-3C3EBD82AA51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-7938"/>
            <a:ext cx="876300" cy="8382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8" name="Google Shape;66;p14">
            <a:extLst>
              <a:ext uri="{FF2B5EF4-FFF2-40B4-BE49-F238E27FC236}">
                <a16:creationId xmlns:a16="http://schemas.microsoft.com/office/drawing/2014/main" id="{E9CB92B3-DFFC-8AAA-449E-9321C2D069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6175" y="58738"/>
            <a:ext cx="6958013" cy="720725"/>
          </a:xfrm>
          <a:prstGeom prst="roundRect">
            <a:avLst>
              <a:gd name="adj" fmla="val 16667"/>
            </a:avLst>
          </a:prstGeom>
          <a:solidFill>
            <a:srgbClr val="090567"/>
          </a:solidFill>
          <a:ln w="9525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marL="0" indent="0" algn="ctr" eaLnBrk="1" hangingPunct="1">
              <a:buNone/>
            </a:pPr>
            <a:r>
              <a:rPr lang="en-US" altLang="en-US" sz="2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EXISTING SYSTEM</a:t>
            </a:r>
          </a:p>
        </p:txBody>
      </p:sp>
      <p:sp>
        <p:nvSpPr>
          <p:cNvPr id="5" name="Google Shape;58;p13">
            <a:extLst>
              <a:ext uri="{FF2B5EF4-FFF2-40B4-BE49-F238E27FC236}">
                <a16:creationId xmlns:a16="http://schemas.microsoft.com/office/drawing/2014/main" id="{1475F465-3EE0-E0F8-9099-5FF912CF57B6}"/>
              </a:ext>
            </a:extLst>
          </p:cNvPr>
          <p:cNvSpPr txBox="1"/>
          <p:nvPr/>
        </p:nvSpPr>
        <p:spPr>
          <a:xfrm>
            <a:off x="900000" y="980000"/>
            <a:ext cx="7350000" cy="3950000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91425" rIns="91425" bIns="91425"/>
          <a:lstStyle/>
          <a:p>
            <a:pPr marL="285750" indent="-285750" algn="just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  <a:buClr>
                <a:srgbClr val="090567"/>
              </a:buClr>
              <a:buFont typeface="Wingdings" pitchFamily="2" charset="2"/>
              <a:buChar char="Ø"/>
            </a:pPr>
            <a:r>
              <a:rPr lang="en-US" sz="14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Centralized Location Servers: </a:t>
            </a:r>
            <a:r>
              <a:rPr lang="en-US" sz="14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GPS coordinates are sent to servers that calculate distances and identify nearby users.</a:t>
            </a:r>
          </a:p>
          <a:p>
            <a:pPr marL="285750" indent="-285750" algn="just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  <a:buClr>
                <a:srgbClr val="090567"/>
              </a:buClr>
              <a:buFont typeface="Wingdings" pitchFamily="2" charset="2"/>
              <a:buChar char="Ø"/>
            </a:pPr>
            <a:r>
              <a:rPr lang="en-US" sz="14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Profile-Based Discovery: </a:t>
            </a:r>
            <a:r>
              <a:rPr lang="en-US" sz="14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Users connect through public profiles, usernames or contact details.</a:t>
            </a:r>
          </a:p>
          <a:p>
            <a:pPr marL="285750" indent="-285750" algn="just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  <a:buClr>
                <a:srgbClr val="090567"/>
              </a:buClr>
              <a:buFont typeface="Wingdings" pitchFamily="2" charset="2"/>
              <a:buChar char="Ø"/>
            </a:pPr>
            <a:r>
              <a:rPr lang="en-US" sz="14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Separate Communication Tools: </a:t>
            </a:r>
            <a:r>
              <a:rPr lang="en-US" sz="14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Messaging and voice features are not tied to privacy-preserving proximity or temporary trust.</a:t>
            </a:r>
          </a:p>
          <a:p>
            <a:pPr marL="285750" indent="-285750" algn="just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  <a:buClr>
                <a:srgbClr val="090567"/>
              </a:buClr>
              <a:buFont typeface="Wingdings" pitchFamily="2" charset="2"/>
              <a:buChar char="Ø"/>
            </a:pPr>
            <a:r>
              <a:rPr lang="en-US" sz="14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Wireless Discovery Only: </a:t>
            </a:r>
            <a:r>
              <a:rPr lang="en-US" sz="14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Bluetooth and Wi-Fi discovery depends on device support and does not guarantee identity verification.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Google Shape;64;p14">
            <a:extLst>
              <a:ext uri="{FF2B5EF4-FFF2-40B4-BE49-F238E27FC236}">
                <a16:creationId xmlns:a16="http://schemas.microsoft.com/office/drawing/2014/main" id="{C6F3B455-5334-7DE3-FA14-17660F3FFF3C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6113" y="-7938"/>
            <a:ext cx="801687" cy="79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5" name="Google Shape;65;p14">
            <a:extLst>
              <a:ext uri="{FF2B5EF4-FFF2-40B4-BE49-F238E27FC236}">
                <a16:creationId xmlns:a16="http://schemas.microsoft.com/office/drawing/2014/main" id="{AE7357E8-36EE-A3B8-BFD3-047DF1E0560D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-7938"/>
            <a:ext cx="876300" cy="8382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6" name="Google Shape;66;p14">
            <a:extLst>
              <a:ext uri="{FF2B5EF4-FFF2-40B4-BE49-F238E27FC236}">
                <a16:creationId xmlns:a16="http://schemas.microsoft.com/office/drawing/2014/main" id="{B1446825-413F-62DB-BD56-FA89896D6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6175" y="58738"/>
            <a:ext cx="6958013" cy="720725"/>
          </a:xfrm>
          <a:prstGeom prst="roundRect">
            <a:avLst>
              <a:gd name="adj" fmla="val 16667"/>
            </a:avLst>
          </a:prstGeom>
          <a:solidFill>
            <a:srgbClr val="090567"/>
          </a:solidFill>
          <a:ln w="9525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marL="0" indent="0" algn="ctr" eaLnBrk="1" hangingPunct="1">
              <a:buNone/>
            </a:pPr>
            <a:r>
              <a:rPr lang="en-US" altLang="en-US" sz="2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LIMITATIONS OF EXISTING SYSTEM</a:t>
            </a:r>
          </a:p>
        </p:txBody>
      </p:sp>
      <p:sp>
        <p:nvSpPr>
          <p:cNvPr id="5" name="Google Shape;58;p13">
            <a:extLst>
              <a:ext uri="{FF2B5EF4-FFF2-40B4-BE49-F238E27FC236}">
                <a16:creationId xmlns:a16="http://schemas.microsoft.com/office/drawing/2014/main" id="{16828B1E-43C7-E69A-6993-1BEF51E270F4}"/>
              </a:ext>
            </a:extLst>
          </p:cNvPr>
          <p:cNvSpPr txBox="1"/>
          <p:nvPr/>
        </p:nvSpPr>
        <p:spPr>
          <a:xfrm>
            <a:off x="900000" y="980000"/>
            <a:ext cx="7350000" cy="3950000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91425" rIns="91425" bIns="91425"/>
          <a:lstStyle/>
          <a:p>
            <a:pPr marL="285750" indent="-285750" algn="just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  <a:buClr>
                <a:srgbClr val="090567"/>
              </a:buClr>
              <a:buFont typeface="Wingdings" pitchFamily="2" charset="2"/>
              <a:buChar char="Ø"/>
            </a:pPr>
            <a:r>
              <a:rPr lang="en-US" sz="14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Cryptographic Privacy: </a:t>
            </a:r>
            <a:r>
              <a:rPr lang="en-US" sz="14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 backends see raw coordinates, creating a large surveillance attack surface.</a:t>
            </a:r>
          </a:p>
          <a:p>
            <a:pPr marL="285750" indent="-285750" algn="just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  <a:buClr>
                <a:srgbClr val="090567"/>
              </a:buClr>
              <a:buFont typeface="Wingdings" pitchFamily="2" charset="2"/>
              <a:buChar char="Ø"/>
            </a:pPr>
            <a:r>
              <a:rPr lang="en-US" sz="14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Sensor-Drift Handling: </a:t>
            </a:r>
            <a:r>
              <a:rPr lang="en-US" sz="14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commercial app uses BCH error correction to turn noisy GPS into exact zero-knowledge matching.</a:t>
            </a:r>
          </a:p>
          <a:p>
            <a:pPr marL="285750" indent="-285750" algn="just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  <a:buClr>
                <a:srgbClr val="090567"/>
              </a:buClr>
              <a:buFont typeface="Wingdings" pitchFamily="2" charset="2"/>
              <a:buChar char="Ø"/>
            </a:pPr>
            <a:r>
              <a:rPr lang="en-US" sz="14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Weak Stranger Trust: </a:t>
            </a:r>
            <a:r>
              <a:rPr lang="en-US" sz="14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Permanent connections and static credentials allow impersonation, luring and unsafe encounters.</a:t>
            </a:r>
          </a:p>
          <a:p>
            <a:pPr marL="285750" indent="-285750" algn="just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  <a:buClr>
                <a:srgbClr val="090567"/>
              </a:buClr>
              <a:buFont typeface="Wingdings" pitchFamily="2" charset="2"/>
              <a:buChar char="Ø"/>
            </a:pPr>
            <a:r>
              <a:rPr lang="en-US" sz="14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Safety or Offline Support: </a:t>
            </a:r>
            <a:r>
              <a:rPr lang="en-US" sz="14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Few emergency tools, and features depend heavily on internet connectivity.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Google Shape;64;p14">
            <a:extLst>
              <a:ext uri="{FF2B5EF4-FFF2-40B4-BE49-F238E27FC236}">
                <a16:creationId xmlns:a16="http://schemas.microsoft.com/office/drawing/2014/main" id="{532252C1-B746-8847-841C-9DC7D322D5B2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6113" y="-7938"/>
            <a:ext cx="801687" cy="79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1" name="Google Shape;65;p14">
            <a:extLst>
              <a:ext uri="{FF2B5EF4-FFF2-40B4-BE49-F238E27FC236}">
                <a16:creationId xmlns:a16="http://schemas.microsoft.com/office/drawing/2014/main" id="{EC52FAA8-38E8-0A8E-F9E9-7B5527CC45C8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-7938"/>
            <a:ext cx="876300" cy="8382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2" name="Google Shape;66;p14">
            <a:extLst>
              <a:ext uri="{FF2B5EF4-FFF2-40B4-BE49-F238E27FC236}">
                <a16:creationId xmlns:a16="http://schemas.microsoft.com/office/drawing/2014/main" id="{0362CCF5-F3E7-5F99-C56A-25BADDF6B8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6175" y="58738"/>
            <a:ext cx="6958013" cy="720725"/>
          </a:xfrm>
          <a:prstGeom prst="roundRect">
            <a:avLst>
              <a:gd name="adj" fmla="val 16667"/>
            </a:avLst>
          </a:prstGeom>
          <a:solidFill>
            <a:srgbClr val="090567"/>
          </a:solidFill>
          <a:ln w="9525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marL="0" indent="0" algn="ctr" eaLnBrk="1" hangingPunct="1">
              <a:buNone/>
            </a:pPr>
            <a:r>
              <a:rPr lang="en-US" altLang="en-US" sz="2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PROPOSED SYSTEM</a:t>
            </a:r>
          </a:p>
        </p:txBody>
      </p:sp>
      <p:sp>
        <p:nvSpPr>
          <p:cNvPr id="5" name="Google Shape;58;p13">
            <a:extLst>
              <a:ext uri="{FF2B5EF4-FFF2-40B4-BE49-F238E27FC236}">
                <a16:creationId xmlns:a16="http://schemas.microsoft.com/office/drawing/2014/main" id="{746D8FB7-04D9-4497-295E-7A0493D265FA}"/>
              </a:ext>
            </a:extLst>
          </p:cNvPr>
          <p:cNvSpPr txBox="1"/>
          <p:nvPr/>
        </p:nvSpPr>
        <p:spPr>
          <a:xfrm>
            <a:off x="900000" y="980000"/>
            <a:ext cx="7350000" cy="3950000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91425" rIns="91425" bIns="91425"/>
          <a:lstStyle/>
          <a:p>
            <a:pPr marL="285750" indent="-285750" algn="just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  <a:buClr>
                <a:srgbClr val="090567"/>
              </a:buClr>
              <a:buFont typeface="Wingdings" pitchFamily="2" charset="2"/>
              <a:buChar char="Ø"/>
            </a:pPr>
            <a:r>
              <a:rPr lang="en-US" sz="14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Privacy-Preserving Discovery: </a:t>
            </a:r>
            <a:r>
              <a:rPr lang="en-US" sz="14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SHARP Protocol matches nearby users using parity syndromes and blinded hashes; raw coordinates never leave the device.</a:t>
            </a:r>
          </a:p>
          <a:p>
            <a:pPr marL="285750" indent="-285750" algn="just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  <a:buClr>
                <a:srgbClr val="090567"/>
              </a:buClr>
              <a:buFont typeface="Wingdings" pitchFamily="2" charset="2"/>
              <a:buChar char="Ø"/>
            </a:pPr>
            <a:r>
              <a:rPr lang="en-US" sz="14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Secure Identity: </a:t>
            </a:r>
            <a:r>
              <a:rPr lang="en-US" sz="14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Hardware-backed Ed25519 keys, QR handshake and 2-hour JIT trust capsules (only the SHA-256 digest is stored).</a:t>
            </a:r>
          </a:p>
          <a:p>
            <a:pPr marL="285750" indent="-285750" algn="just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  <a:buClr>
                <a:srgbClr val="090567"/>
              </a:buClr>
              <a:buFont typeface="Wingdings" pitchFamily="2" charset="2"/>
              <a:buChar char="Ø"/>
            </a:pPr>
            <a:r>
              <a:rPr lang="en-US" sz="14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Real-Time Communication: </a:t>
            </a:r>
            <a:r>
              <a:rPr lang="en-US" sz="14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Socket.IO chat with no server chat logs, and WebRTC peer-to-peer voice calls.</a:t>
            </a:r>
          </a:p>
          <a:p>
            <a:pPr marL="285750" indent="-285750" algn="just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  <a:buClr>
                <a:srgbClr val="090567"/>
              </a:buClr>
              <a:buFont typeface="Wingdings" pitchFamily="2" charset="2"/>
              <a:buChar char="Ø"/>
            </a:pPr>
            <a:r>
              <a:rPr lang="en-US" sz="14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Hybrid Networking and Safety: </a:t>
            </a:r>
            <a:r>
              <a:rPr lang="en-US" sz="14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Wi-Fi mDNS, BLE and SMS fallback with an integrated personal safety suite.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Google Shape;64;p14">
            <a:extLst>
              <a:ext uri="{FF2B5EF4-FFF2-40B4-BE49-F238E27FC236}">
                <a16:creationId xmlns:a16="http://schemas.microsoft.com/office/drawing/2014/main" id="{5EA60D58-0400-F2D5-980B-57849E770693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6113" y="-7938"/>
            <a:ext cx="801687" cy="79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79" name="Google Shape;65;p14">
            <a:extLst>
              <a:ext uri="{FF2B5EF4-FFF2-40B4-BE49-F238E27FC236}">
                <a16:creationId xmlns:a16="http://schemas.microsoft.com/office/drawing/2014/main" id="{D0B82E0A-2273-0EC9-68DF-411CF6F4CAEE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-7938"/>
            <a:ext cx="876300" cy="8382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0" name="Google Shape;66;p14">
            <a:extLst>
              <a:ext uri="{FF2B5EF4-FFF2-40B4-BE49-F238E27FC236}">
                <a16:creationId xmlns:a16="http://schemas.microsoft.com/office/drawing/2014/main" id="{F8E6B497-E240-8A91-A202-64322C67CC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6175" y="58738"/>
            <a:ext cx="6958013" cy="720725"/>
          </a:xfrm>
          <a:prstGeom prst="roundRect">
            <a:avLst>
              <a:gd name="adj" fmla="val 16667"/>
            </a:avLst>
          </a:prstGeom>
          <a:solidFill>
            <a:srgbClr val="090567"/>
          </a:solidFill>
          <a:ln w="9525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marL="0" indent="0" algn="ctr" eaLnBrk="1" hangingPunct="1">
              <a:buNone/>
            </a:pPr>
            <a:r>
              <a:rPr lang="en-US" altLang="en-US" sz="2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ARCHITECTURE DIAGRAM OF PROPOSED SYSTEM</a:t>
            </a:r>
          </a:p>
        </p:txBody>
      </p:sp>
      <p:pic>
        <p:nvPicPr>
          <p:cNvPr id="2" name="Architecture diagram" descr="Connify monorepo architecture: mobile client, Fastify backend with MongoDB, and protocol specifications">
            <a:extLst>
              <a:ext uri="{FF2B5EF4-FFF2-40B4-BE49-F238E27FC236}">
                <a16:creationId xmlns:a16="http://schemas.microsoft.com/office/drawing/2014/main" id="{3156EB89-4782-0C6F-C2A5-3783A2537C1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6783"/>
          <a:stretch>
            <a:fillRect/>
          </a:stretch>
        </p:blipFill>
        <p:spPr>
          <a:xfrm>
            <a:off x="1097280" y="1243263"/>
            <a:ext cx="6949440" cy="322776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Google Shape;64;p14">
            <a:extLst>
              <a:ext uri="{FF2B5EF4-FFF2-40B4-BE49-F238E27FC236}">
                <a16:creationId xmlns:a16="http://schemas.microsoft.com/office/drawing/2014/main" id="{BA4C5DFB-2B55-4C7A-1936-CBBBE585597A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6113" y="-7938"/>
            <a:ext cx="801687" cy="79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27" name="Google Shape;65;p14">
            <a:extLst>
              <a:ext uri="{FF2B5EF4-FFF2-40B4-BE49-F238E27FC236}">
                <a16:creationId xmlns:a16="http://schemas.microsoft.com/office/drawing/2014/main" id="{93C570F7-B9C8-6199-2853-A7C041FBACB7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-7938"/>
            <a:ext cx="876300" cy="8382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28" name="Google Shape;66;p14">
            <a:extLst>
              <a:ext uri="{FF2B5EF4-FFF2-40B4-BE49-F238E27FC236}">
                <a16:creationId xmlns:a16="http://schemas.microsoft.com/office/drawing/2014/main" id="{5DDB32E6-794E-B666-BAB8-7D7A48C767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6175" y="58738"/>
            <a:ext cx="6958013" cy="720725"/>
          </a:xfrm>
          <a:prstGeom prst="roundRect">
            <a:avLst>
              <a:gd name="adj" fmla="val 16667"/>
            </a:avLst>
          </a:prstGeom>
          <a:solidFill>
            <a:srgbClr val="090567"/>
          </a:solidFill>
          <a:ln w="9525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marL="0" indent="0" algn="ctr" eaLnBrk="1" hangingPunct="1">
              <a:buNone/>
            </a:pPr>
            <a:r>
              <a:rPr lang="en-US" altLang="en-US" sz="2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ADVANTAGES OF PROPOSED SYSTEM</a:t>
            </a:r>
          </a:p>
        </p:txBody>
      </p:sp>
      <p:sp>
        <p:nvSpPr>
          <p:cNvPr id="5" name="Google Shape;58;p13">
            <a:extLst>
              <a:ext uri="{FF2B5EF4-FFF2-40B4-BE49-F238E27FC236}">
                <a16:creationId xmlns:a16="http://schemas.microsoft.com/office/drawing/2014/main" id="{3C631AFC-25F5-1FF2-D898-8E5B10F726C4}"/>
              </a:ext>
            </a:extLst>
          </p:cNvPr>
          <p:cNvSpPr txBox="1"/>
          <p:nvPr/>
        </p:nvSpPr>
        <p:spPr>
          <a:xfrm>
            <a:off x="900000" y="980000"/>
            <a:ext cx="7350000" cy="3950000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91425" rIns="91425" bIns="91425"/>
          <a:lstStyle/>
          <a:p>
            <a:pPr marL="285750" indent="-285750" algn="just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  <a:buClr>
                <a:srgbClr val="090567"/>
              </a:buClr>
              <a:buFont typeface="Wingdings" pitchFamily="2" charset="2"/>
              <a:buChar char="Ø"/>
            </a:pPr>
            <a:r>
              <a:rPr lang="en-US" sz="14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Absolute Location Privacy: </a:t>
            </a:r>
            <a:r>
              <a:rPr lang="en-US" sz="14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 servers never receive raw latitude or longitude.</a:t>
            </a:r>
          </a:p>
          <a:p>
            <a:pPr marL="285750" indent="-285750" algn="just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  <a:buClr>
                <a:srgbClr val="090567"/>
              </a:buClr>
              <a:buFont typeface="Wingdings" pitchFamily="2" charset="2"/>
              <a:buChar char="Ø"/>
            </a:pPr>
            <a:r>
              <a:rPr lang="en-US" sz="14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Immunity to GPS Drift: </a:t>
            </a:r>
            <a:r>
              <a:rPr lang="en-US" sz="14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BCH(15,7) over GF(2⁴) corrects up to 2 bit-errors per 7-bit block.</a:t>
            </a:r>
          </a:p>
          <a:p>
            <a:pPr marL="285750" indent="-285750" algn="just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  <a:buClr>
                <a:srgbClr val="090567"/>
              </a:buClr>
              <a:buFont typeface="Wingdings" pitchFamily="2" charset="2"/>
              <a:buChar char="Ø"/>
            </a:pPr>
            <a:r>
              <a:rPr lang="en-US" sz="14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Hardware-Secured Identity: </a:t>
            </a:r>
            <a:r>
              <a:rPr lang="en-US" sz="14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Private keys stay in Android KeyStore / iOS Keychain and cannot be extracted or cloned.</a:t>
            </a:r>
          </a:p>
          <a:p>
            <a:pPr marL="285750" indent="-285750" algn="just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  <a:buClr>
                <a:srgbClr val="090567"/>
              </a:buClr>
              <a:buFont typeface="Wingdings" pitchFamily="2" charset="2"/>
              <a:buChar char="Ø"/>
            </a:pPr>
            <a:r>
              <a:rPr lang="en-US" sz="14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Production Ready: </a:t>
            </a:r>
            <a:r>
              <a:rPr lang="en-US" sz="14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Live on Google Play with anonymous stranger connection and built-in safety tools.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F75CA7-C5D7-1E20-20C4-1D02F88C9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Google Shape;64;p14">
            <a:extLst>
              <a:ext uri="{FF2B5EF4-FFF2-40B4-BE49-F238E27FC236}">
                <a16:creationId xmlns:a16="http://schemas.microsoft.com/office/drawing/2014/main" id="{D5D27D29-EB85-3FCB-1A07-2C9D1BFA1E4D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6113" y="-7938"/>
            <a:ext cx="801687" cy="79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27" name="Google Shape;65;p14">
            <a:extLst>
              <a:ext uri="{FF2B5EF4-FFF2-40B4-BE49-F238E27FC236}">
                <a16:creationId xmlns:a16="http://schemas.microsoft.com/office/drawing/2014/main" id="{4A4F9063-F002-FA5A-62CF-DDA6CF280252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-7938"/>
            <a:ext cx="876300" cy="8382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28" name="Google Shape;66;p14">
            <a:extLst>
              <a:ext uri="{FF2B5EF4-FFF2-40B4-BE49-F238E27FC236}">
                <a16:creationId xmlns:a16="http://schemas.microsoft.com/office/drawing/2014/main" id="{855BEB2D-13A7-2739-A236-93531FE7E6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6175" y="58738"/>
            <a:ext cx="6958013" cy="720725"/>
          </a:xfrm>
          <a:prstGeom prst="roundRect">
            <a:avLst>
              <a:gd name="adj" fmla="val 16667"/>
            </a:avLst>
          </a:prstGeom>
          <a:solidFill>
            <a:srgbClr val="090567"/>
          </a:solidFill>
          <a:ln w="9525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marL="0" indent="0" algn="ctr" eaLnBrk="1" hangingPunct="1">
              <a:buNone/>
            </a:pPr>
            <a:r>
              <a:rPr lang="en-US" altLang="en-US" sz="2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MODULE DESCRIPTION (1 OF 2)</a:t>
            </a:r>
          </a:p>
        </p:txBody>
      </p:sp>
      <p:sp>
        <p:nvSpPr>
          <p:cNvPr id="5" name="Google Shape;58;p13">
            <a:extLst>
              <a:ext uri="{FF2B5EF4-FFF2-40B4-BE49-F238E27FC236}">
                <a16:creationId xmlns:a16="http://schemas.microsoft.com/office/drawing/2014/main" id="{C84448E6-F4AE-3C5E-AA44-CD14A5C4C64C}"/>
              </a:ext>
            </a:extLst>
          </p:cNvPr>
          <p:cNvSpPr txBox="1"/>
          <p:nvPr/>
        </p:nvSpPr>
        <p:spPr>
          <a:xfrm>
            <a:off x="900000" y="980000"/>
            <a:ext cx="7350000" cy="3950000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91425" rIns="91425" bIns="91425"/>
          <a:lstStyle/>
          <a:p>
            <a:pPr marL="285750" indent="-285750" algn="just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  <a:buClr>
                <a:srgbClr val="090567"/>
              </a:buClr>
              <a:buFont typeface="Wingdings" pitchFamily="2" charset="2"/>
              <a:buChar char="Ø"/>
            </a:pPr>
            <a:r>
              <a:rPr lang="en-US" sz="14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Device Authorization and Security: </a:t>
            </a:r>
            <a:r>
              <a:rPr lang="en-US" sz="14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Passwordless Ed25519 keypair in the hardware keystore, biometric gating and challenge-response JWT login.</a:t>
            </a:r>
          </a:p>
          <a:p>
            <a:pPr marL="285750" indent="-285750" algn="just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  <a:buClr>
                <a:srgbClr val="090567"/>
              </a:buClr>
              <a:buFont typeface="Wingdings" pitchFamily="2" charset="2"/>
              <a:buChar char="Ø"/>
            </a:pPr>
            <a:r>
              <a:rPr lang="en-US" sz="14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SHARP Proximity Matching: </a:t>
            </a:r>
            <a:r>
              <a:rPr lang="en-US" sz="14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3-decimal GPS quantization, 9-cell expansion, 1024-bit Bloom filter and 146 BCH syndromes with client-side decoding.</a:t>
            </a:r>
          </a:p>
          <a:p>
            <a:pPr marL="285750" indent="-285750" algn="just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  <a:buClr>
                <a:srgbClr val="090567"/>
              </a:buClr>
              <a:buFont typeface="Wingdings" pitchFamily="2" charset="2"/>
              <a:buChar char="Ø"/>
            </a:pPr>
            <a:r>
              <a:rPr lang="en-US" sz="14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Request Episodes and Capsule Issuance: </a:t>
            </a:r>
            <a:r>
              <a:rPr lang="en-US" sz="14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22 request categories, MongoDB 2dsphere indexing and 2-hour Ed25519-signed JIT trust capsules.</a:t>
            </a:r>
          </a:p>
          <a:p>
            <a:pPr marL="285750" indent="-285750" algn="just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  <a:buClr>
                <a:srgbClr val="090567"/>
              </a:buClr>
              <a:buFont typeface="Wingdings" pitchFamily="2" charset="2"/>
              <a:buChar char="Ø"/>
            </a:pPr>
            <a:r>
              <a:rPr lang="en-US" sz="14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Cryptographic Handshake Verification: </a:t>
            </a:r>
            <a:r>
              <a:rPr lang="en-US" sz="14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QR scan with single-use nonce against replay attacks, plus a covert duress PIN that alerts guardians.</a:t>
            </a:r>
          </a:p>
        </p:txBody>
      </p:sp>
    </p:spTree>
    <p:extLst>
      <p:ext uri="{BB962C8B-B14F-4D97-AF65-F5344CB8AC3E}">
        <p14:creationId xmlns:p14="http://schemas.microsoft.com/office/powerpoint/2010/main" val="38835496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F75CA7-C5D7-1E20-20C4-1D02F88C9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Google Shape;64;p14">
            <a:extLst>
              <a:ext uri="{FF2B5EF4-FFF2-40B4-BE49-F238E27FC236}">
                <a16:creationId xmlns:a16="http://schemas.microsoft.com/office/drawing/2014/main" id="{D5D27D29-EB85-3FCB-1A07-2C9D1BFA1E4D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6113" y="-7938"/>
            <a:ext cx="801687" cy="79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27" name="Google Shape;65;p14">
            <a:extLst>
              <a:ext uri="{FF2B5EF4-FFF2-40B4-BE49-F238E27FC236}">
                <a16:creationId xmlns:a16="http://schemas.microsoft.com/office/drawing/2014/main" id="{4A4F9063-F002-FA5A-62CF-DDA6CF280252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-7938"/>
            <a:ext cx="876300" cy="8382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28" name="Google Shape;66;p14">
            <a:extLst>
              <a:ext uri="{FF2B5EF4-FFF2-40B4-BE49-F238E27FC236}">
                <a16:creationId xmlns:a16="http://schemas.microsoft.com/office/drawing/2014/main" id="{855BEB2D-13A7-2739-A236-93531FE7E6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6175" y="58738"/>
            <a:ext cx="6958013" cy="720725"/>
          </a:xfrm>
          <a:prstGeom prst="roundRect">
            <a:avLst>
              <a:gd name="adj" fmla="val 16667"/>
            </a:avLst>
          </a:prstGeom>
          <a:solidFill>
            <a:srgbClr val="090567"/>
          </a:solidFill>
          <a:ln w="9525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marL="0" indent="0" algn="ctr" eaLnBrk="1" hangingPunct="1">
              <a:buNone/>
            </a:pPr>
            <a:r>
              <a:rPr lang="en-US" altLang="en-US" sz="2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MODULE DESCRIPTION (2 OF 2)</a:t>
            </a:r>
          </a:p>
        </p:txBody>
      </p:sp>
      <p:sp>
        <p:nvSpPr>
          <p:cNvPr id="5" name="Google Shape;58;p13">
            <a:extLst>
              <a:ext uri="{FF2B5EF4-FFF2-40B4-BE49-F238E27FC236}">
                <a16:creationId xmlns:a16="http://schemas.microsoft.com/office/drawing/2014/main" id="{C84448E6-F4AE-3C5E-AA44-CD14A5C4C64C}"/>
              </a:ext>
            </a:extLst>
          </p:cNvPr>
          <p:cNvSpPr txBox="1"/>
          <p:nvPr/>
        </p:nvSpPr>
        <p:spPr>
          <a:xfrm>
            <a:off x="900000" y="980000"/>
            <a:ext cx="7350000" cy="3950000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91425" rIns="91425" bIns="91425"/>
          <a:lstStyle/>
          <a:p>
            <a:pPr marL="285750" indent="-285750" algn="just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  <a:buClr>
                <a:srgbClr val="090567"/>
              </a:buClr>
              <a:buFont typeface="Wingdings" pitchFamily="2" charset="2"/>
              <a:buChar char="Ø"/>
            </a:pPr>
            <a:r>
              <a:rPr lang="en-US" sz="14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Real-Time Chat and VoIP: </a:t>
            </a:r>
            <a:r>
              <a:rPr lang="en-US" sz="14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Ephemeral Socket.IO rooms with in-memory chat and WebRTC signaling for peer-to-peer audio.</a:t>
            </a:r>
          </a:p>
          <a:p>
            <a:pPr marL="285750" indent="-285750" algn="just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  <a:buClr>
                <a:srgbClr val="090567"/>
              </a:buClr>
              <a:buFont typeface="Wingdings" pitchFamily="2" charset="2"/>
              <a:buChar char="Ø"/>
            </a:pPr>
            <a:r>
              <a:rPr lang="en-US" sz="14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Hybrid Online and Offline Mesh Fallback: </a:t>
            </a:r>
            <a:r>
              <a:rPr lang="en-US" sz="14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HTTPS/WSS, Wi-Fi mDNS, BLE and SMS, with an offline queue synced in order on reconnection.</a:t>
            </a:r>
          </a:p>
          <a:p>
            <a:pPr marL="285750" indent="-285750" algn="just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  <a:buClr>
                <a:srgbClr val="090567"/>
              </a:buClr>
              <a:buFont typeface="Wingdings" pitchFamily="2" charset="2"/>
              <a:buChar char="Ø"/>
            </a:pPr>
            <a:r>
              <a:rPr lang="en-US" sz="14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Personal Safety Suite: </a:t>
            </a:r>
            <a:r>
              <a:rPr lang="en-US" sz="14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115 dB siren with strobe, Timed Safety Guard, fake call simulator and AI-assisted hazard map.</a:t>
            </a:r>
          </a:p>
          <a:p>
            <a:pPr marL="285750" indent="-285750" algn="just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  <a:buClr>
                <a:srgbClr val="090567"/>
              </a:buClr>
              <a:buFont typeface="Wingdings" pitchFamily="2" charset="2"/>
              <a:buChar char="Ø"/>
            </a:pPr>
            <a:r>
              <a:rPr lang="en-US" sz="14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Behavioral Risk Engine and Audit Ledger: </a:t>
            </a:r>
            <a:r>
              <a:rPr lang="en-US" sz="14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Velocity cap (more than 2 broadcasts in 10 min), 10-second location watchdog and SHA-256 hash-chained audit ledger.</a:t>
            </a:r>
          </a:p>
        </p:txBody>
      </p:sp>
    </p:spTree>
    <p:extLst>
      <p:ext uri="{BB962C8B-B14F-4D97-AF65-F5344CB8AC3E}">
        <p14:creationId xmlns:p14="http://schemas.microsoft.com/office/powerpoint/2010/main" val="38835496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Google Shape;64;p14">
            <a:extLst>
              <a:ext uri="{FF2B5EF4-FFF2-40B4-BE49-F238E27FC236}">
                <a16:creationId xmlns:a16="http://schemas.microsoft.com/office/drawing/2014/main" id="{3C80E2C9-38B6-8CBA-4F46-784738EF4A9C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6113" y="-7938"/>
            <a:ext cx="801687" cy="79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5" name="Google Shape;65;p14">
            <a:extLst>
              <a:ext uri="{FF2B5EF4-FFF2-40B4-BE49-F238E27FC236}">
                <a16:creationId xmlns:a16="http://schemas.microsoft.com/office/drawing/2014/main" id="{F9385A0B-74A7-09DE-C769-321EC172F489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-7938"/>
            <a:ext cx="876300" cy="8382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6" name="Google Shape;66;p14">
            <a:extLst>
              <a:ext uri="{FF2B5EF4-FFF2-40B4-BE49-F238E27FC236}">
                <a16:creationId xmlns:a16="http://schemas.microsoft.com/office/drawing/2014/main" id="{86C55027-A480-5A85-BE14-DFDBC6FDD1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6175" y="58738"/>
            <a:ext cx="6958013" cy="720725"/>
          </a:xfrm>
          <a:prstGeom prst="roundRect">
            <a:avLst>
              <a:gd name="adj" fmla="val 16667"/>
            </a:avLst>
          </a:prstGeom>
          <a:solidFill>
            <a:srgbClr val="090567"/>
          </a:solidFill>
          <a:ln w="9525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marL="0" indent="0" algn="ctr" eaLnBrk="1" hangingPunct="1">
              <a:buNone/>
            </a:pPr>
            <a:r>
              <a:rPr lang="en-US" altLang="en-US" sz="2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HARDWARE AND SOFTWARE</a:t>
            </a:r>
          </a:p>
        </p:txBody>
      </p:sp>
      <p:sp>
        <p:nvSpPr>
          <p:cNvPr id="5" name="Google Shape;58;p13">
            <a:extLst>
              <a:ext uri="{FF2B5EF4-FFF2-40B4-BE49-F238E27FC236}">
                <a16:creationId xmlns:a16="http://schemas.microsoft.com/office/drawing/2014/main" id="{018C8677-3655-1593-41F9-ADDBDB7F5F93}"/>
              </a:ext>
            </a:extLst>
          </p:cNvPr>
          <p:cNvSpPr txBox="1"/>
          <p:nvPr/>
        </p:nvSpPr>
        <p:spPr>
          <a:xfrm>
            <a:off x="900000" y="980000"/>
            <a:ext cx="7350000" cy="3950000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91425" rIns="91425" bIns="91425"/>
          <a:lstStyle/>
          <a:p>
            <a:pPr marL="285750" indent="-285750" algn="just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  <a:buClr>
                <a:srgbClr val="090567"/>
              </a:buClr>
              <a:buFont typeface="Wingdings" pitchFamily="2" charset="2"/>
              <a:buChar char="Ø"/>
            </a:pPr>
            <a:r>
              <a:rPr lang="en-US" sz="14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Hardware: Development System: </a:t>
            </a:r>
            <a:r>
              <a:rPr lang="en-US" sz="14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Intel Core i5 or equivalent, 8 GB RAM minimum (16 GB preferred) and adequate storage.</a:t>
            </a:r>
          </a:p>
          <a:p>
            <a:pPr marL="285750" indent="-285750" algn="just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  <a:buClr>
                <a:srgbClr val="090567"/>
              </a:buClr>
              <a:buFont typeface="Wingdings" pitchFamily="2" charset="2"/>
              <a:buChar char="Ø"/>
            </a:pPr>
            <a:r>
              <a:rPr lang="en-US" sz="14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Hardware: Mobile Device: </a:t>
            </a:r>
            <a:r>
              <a:rPr lang="en-US" sz="14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Android or iOS smartphone with GPS, camera (QR), microphone, speaker and wireless interfaces; internet for backend services.</a:t>
            </a:r>
          </a:p>
          <a:p>
            <a:pPr marL="285750" indent="-285750" algn="just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  <a:buClr>
                <a:srgbClr val="090567"/>
              </a:buClr>
              <a:buFont typeface="Wingdings" pitchFamily="2" charset="2"/>
              <a:buChar char="Ø"/>
            </a:pPr>
            <a:r>
              <a:rPr lang="en-US" sz="14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Software: Frontend: </a:t>
            </a:r>
            <a:r>
              <a:rPr lang="en-US" sz="14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React Native, Expo, React and TypeScript, developed with Visual Studio Code, npm and Git.</a:t>
            </a:r>
          </a:p>
          <a:p>
            <a:pPr marL="285750" indent="-285750" algn="just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  <a:buClr>
                <a:srgbClr val="090567"/>
              </a:buClr>
              <a:buFont typeface="Wingdings" pitchFamily="2" charset="2"/>
              <a:buChar char="Ø"/>
            </a:pPr>
            <a:r>
              <a:rPr lang="en-US" sz="14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Software: Backend and Networking: </a:t>
            </a:r>
            <a:r>
              <a:rPr lang="en-US" sz="14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Node.js, Fastify, Prisma ORM and MongoDB, with Socket.IO and WebRTC.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DD22D-5969-A6B3-82F3-D2B366B48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Google Shape;64;p14">
            <a:extLst>
              <a:ext uri="{FF2B5EF4-FFF2-40B4-BE49-F238E27FC236}">
                <a16:creationId xmlns:a16="http://schemas.microsoft.com/office/drawing/2014/main" id="{81B964A3-3B95-C4F2-83AA-9F8FB12CD228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6113" y="-7938"/>
            <a:ext cx="801687" cy="79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5" name="Google Shape;65;p14">
            <a:extLst>
              <a:ext uri="{FF2B5EF4-FFF2-40B4-BE49-F238E27FC236}">
                <a16:creationId xmlns:a16="http://schemas.microsoft.com/office/drawing/2014/main" id="{3BDB79BE-5225-9037-213B-038A079A4CD6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-7938"/>
            <a:ext cx="876300" cy="8382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6" name="Google Shape;66;p14">
            <a:extLst>
              <a:ext uri="{FF2B5EF4-FFF2-40B4-BE49-F238E27FC236}">
                <a16:creationId xmlns:a16="http://schemas.microsoft.com/office/drawing/2014/main" id="{6515CD76-79DE-F359-CA88-ABC046A608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7523" y="109538"/>
            <a:ext cx="6958013" cy="720725"/>
          </a:xfrm>
          <a:prstGeom prst="roundRect">
            <a:avLst>
              <a:gd name="adj" fmla="val 16667"/>
            </a:avLst>
          </a:prstGeom>
          <a:solidFill>
            <a:srgbClr val="090567"/>
          </a:solidFill>
          <a:ln w="9525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marL="0" indent="0" algn="ctr" eaLnBrk="1" hangingPunct="1">
              <a:buNone/>
            </a:pPr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UI PROTOTYPE</a:t>
            </a:r>
            <a:endParaRPr lang="en-US" sz="2800" b="1" kern="0" dirty="0">
              <a:solidFill>
                <a:schemeClr val="bg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246C640-0619-5A23-6CAA-86EC43B33F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553" y="1147010"/>
            <a:ext cx="1278124" cy="37077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C05B685-1CD2-4DBC-85DB-774CD67674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11512" y="1147010"/>
            <a:ext cx="1646087" cy="37305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DE15299-BFCD-7376-E3AB-826CAF8C114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57772" y="1147010"/>
            <a:ext cx="1346442" cy="373050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385B8DD-9969-75A5-5C15-2CE1107083B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77333" y="1487261"/>
            <a:ext cx="1455155" cy="305000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7AEC15E-6BD2-8B73-FE97-C8D1B022F5E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04586" y="1094873"/>
            <a:ext cx="1212861" cy="3753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7479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73CB2-41BC-72A0-8014-94EAEE6A3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Google Shape;64;p14">
            <a:extLst>
              <a:ext uri="{FF2B5EF4-FFF2-40B4-BE49-F238E27FC236}">
                <a16:creationId xmlns:a16="http://schemas.microsoft.com/office/drawing/2014/main" id="{9F62761C-B8AF-1516-BDF2-208EE76747F4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6113" y="-7938"/>
            <a:ext cx="801687" cy="79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5" name="Google Shape;65;p14">
            <a:extLst>
              <a:ext uri="{FF2B5EF4-FFF2-40B4-BE49-F238E27FC236}">
                <a16:creationId xmlns:a16="http://schemas.microsoft.com/office/drawing/2014/main" id="{8C335E9B-F610-8AB9-A9A2-B4C42BEFC3F7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-7938"/>
            <a:ext cx="876300" cy="8382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6" name="Google Shape;66;p14">
            <a:extLst>
              <a:ext uri="{FF2B5EF4-FFF2-40B4-BE49-F238E27FC236}">
                <a16:creationId xmlns:a16="http://schemas.microsoft.com/office/drawing/2014/main" id="{35B63390-4AD3-9D54-7B82-D4F8B0075F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2690" y="109538"/>
            <a:ext cx="6958013" cy="720725"/>
          </a:xfrm>
          <a:prstGeom prst="roundRect">
            <a:avLst>
              <a:gd name="adj" fmla="val 16667"/>
            </a:avLst>
          </a:prstGeom>
          <a:solidFill>
            <a:srgbClr val="090567"/>
          </a:solidFill>
          <a:ln w="9525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marL="0" indent="0" algn="ctr" eaLnBrk="1" hangingPunct="1">
              <a:buNone/>
            </a:pPr>
            <a:r>
              <a:rPr lang="en-IN" sz="2800" b="1" kern="0" dirty="0">
                <a:solidFill>
                  <a:schemeClr val="bg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IMPLEMENTATION DETAILS</a:t>
            </a:r>
          </a:p>
        </p:txBody>
      </p:sp>
      <p:sp>
        <p:nvSpPr>
          <p:cNvPr id="5" name="Google Shape;58;p13">
            <a:extLst>
              <a:ext uri="{FF2B5EF4-FFF2-40B4-BE49-F238E27FC236}">
                <a16:creationId xmlns:a16="http://schemas.microsoft.com/office/drawing/2014/main" id="{D2E419B7-65AB-4630-8A54-D9C30B89DC67}"/>
              </a:ext>
            </a:extLst>
          </p:cNvPr>
          <p:cNvSpPr txBox="1"/>
          <p:nvPr/>
        </p:nvSpPr>
        <p:spPr>
          <a:xfrm>
            <a:off x="900000" y="980000"/>
            <a:ext cx="7350000" cy="3950000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91425" rIns="91425" bIns="91425"/>
          <a:lstStyle/>
          <a:p>
            <a:pPr marL="285750" indent="-285750" algn="just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  <a:buClr>
                <a:srgbClr val="090567"/>
              </a:buClr>
              <a:buFont typeface="Wingdings" pitchFamily="2" charset="2"/>
              <a:buChar char="Ø"/>
            </a:pPr>
            <a:r>
              <a:rPr lang="en-US" sz="14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Technologies Used: </a:t>
            </a:r>
            <a:r>
              <a:rPr lang="en-US" sz="14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React Native 0.86, Expo 57 and TypeScript for the app; Node.js 22, Fastify 5, Prisma and MongoDB Atlas for the backend.</a:t>
            </a:r>
          </a:p>
          <a:p>
            <a:pPr marL="285750" indent="-285750" algn="just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  <a:buClr>
                <a:srgbClr val="090567"/>
              </a:buClr>
              <a:buFont typeface="Wingdings" pitchFamily="2" charset="2"/>
              <a:buChar char="Ø"/>
            </a:pPr>
            <a:r>
              <a:rPr lang="en-US" sz="14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Frontend: </a:t>
            </a:r>
            <a:r>
              <a:rPr lang="en-US" sz="14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25 screens, Zustand state management, Axios API client, VisionCamera QR scanning and hardware keychain storage.</a:t>
            </a:r>
          </a:p>
          <a:p>
            <a:pPr marL="285750" indent="-285750" algn="just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  <a:buClr>
                <a:srgbClr val="090567"/>
              </a:buClr>
              <a:buFont typeface="Wingdings" pitchFamily="2" charset="2"/>
              <a:buChar char="Ø"/>
            </a:pPr>
            <a:r>
              <a:rPr lang="en-US" sz="14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Backend: </a:t>
            </a:r>
            <a:r>
              <a:rPr lang="en-US" sz="14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REST APIs for devices, episodes and capsules, Socket.IO rooms and a 10-second location watchdog.</a:t>
            </a:r>
          </a:p>
          <a:p>
            <a:pPr marL="285750" indent="-285750" algn="just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  <a:buClr>
                <a:srgbClr val="090567"/>
              </a:buClr>
              <a:buFont typeface="Wingdings" pitchFamily="2" charset="2"/>
              <a:buChar char="Ø"/>
            </a:pPr>
            <a:r>
              <a:rPr lang="en-US" sz="14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 Integration: </a:t>
            </a:r>
            <a:r>
              <a:rPr lang="en-US" sz="14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MongoDB with 2dsphere indexing, 15 to 30 minute episode expiry and SHA-256 hashed capsule tokens.</a:t>
            </a:r>
          </a:p>
        </p:txBody>
      </p:sp>
    </p:spTree>
    <p:extLst>
      <p:ext uri="{BB962C8B-B14F-4D97-AF65-F5344CB8AC3E}">
        <p14:creationId xmlns:p14="http://schemas.microsoft.com/office/powerpoint/2010/main" val="36673070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73CB2-41BC-72A0-8014-94EAEE6A3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Google Shape;64;p14">
            <a:extLst>
              <a:ext uri="{FF2B5EF4-FFF2-40B4-BE49-F238E27FC236}">
                <a16:creationId xmlns:a16="http://schemas.microsoft.com/office/drawing/2014/main" id="{9F62761C-B8AF-1516-BDF2-208EE76747F4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6113" y="-7938"/>
            <a:ext cx="801687" cy="79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5" name="Google Shape;65;p14">
            <a:extLst>
              <a:ext uri="{FF2B5EF4-FFF2-40B4-BE49-F238E27FC236}">
                <a16:creationId xmlns:a16="http://schemas.microsoft.com/office/drawing/2014/main" id="{8C335E9B-F610-8AB9-A9A2-B4C42BEFC3F7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-7938"/>
            <a:ext cx="876300" cy="8382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6" name="Google Shape;66;p14">
            <a:extLst>
              <a:ext uri="{FF2B5EF4-FFF2-40B4-BE49-F238E27FC236}">
                <a16:creationId xmlns:a16="http://schemas.microsoft.com/office/drawing/2014/main" id="{35B63390-4AD3-9D54-7B82-D4F8B0075F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2690" y="109538"/>
            <a:ext cx="6958013" cy="720725"/>
          </a:xfrm>
          <a:prstGeom prst="roundRect">
            <a:avLst>
              <a:gd name="adj" fmla="val 16667"/>
            </a:avLst>
          </a:prstGeom>
          <a:solidFill>
            <a:srgbClr val="090567"/>
          </a:solidFill>
          <a:ln w="9525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marL="0" indent="0" algn="ctr" eaLnBrk="1" hangingPunct="1">
              <a:buNone/>
            </a:pPr>
            <a:r>
              <a:rPr lang="en-IN" sz="2800" b="1" kern="0" dirty="0">
                <a:solidFill>
                  <a:schemeClr val="bg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SHARP IMPLEMENTATION</a:t>
            </a:r>
          </a:p>
        </p:txBody>
      </p:sp>
      <p:sp>
        <p:nvSpPr>
          <p:cNvPr id="5" name="Google Shape;58;p13">
            <a:extLst>
              <a:ext uri="{FF2B5EF4-FFF2-40B4-BE49-F238E27FC236}">
                <a16:creationId xmlns:a16="http://schemas.microsoft.com/office/drawing/2014/main" id="{D2E419B7-65AB-4630-8A54-D9C30B89DC67}"/>
              </a:ext>
            </a:extLst>
          </p:cNvPr>
          <p:cNvSpPr txBox="1"/>
          <p:nvPr/>
        </p:nvSpPr>
        <p:spPr>
          <a:xfrm>
            <a:off x="900000" y="980000"/>
            <a:ext cx="7350000" cy="3950000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91425" rIns="91425" bIns="91425"/>
          <a:lstStyle/>
          <a:p>
            <a:pPr marL="285750" indent="-285750" algn="just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  <a:buClr>
                <a:srgbClr val="090567"/>
              </a:buClr>
              <a:buFont typeface="Wingdings" pitchFamily="2" charset="2"/>
              <a:buChar char="Ø"/>
            </a:pPr>
            <a:r>
              <a:rPr lang="en-US" sz="14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Quantize and Expand: </a:t>
            </a:r>
            <a:r>
              <a:rPr lang="en-US" sz="14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GPS is truncated to 3 decimals (about 111 m) and expanded into a 9-cell neighbourhood.</a:t>
            </a:r>
          </a:p>
          <a:p>
            <a:pPr marL="285750" indent="-285750" algn="just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  <a:buClr>
                <a:srgbClr val="090567"/>
              </a:buClr>
              <a:buFont typeface="Wingdings" pitchFamily="2" charset="2"/>
              <a:buChar char="Ø"/>
            </a:pPr>
            <a:r>
              <a:rPr lang="en-US" sz="14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Bloom Filter: </a:t>
            </a:r>
            <a:r>
              <a:rPr lang="en-US" sz="14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1024-bit vector is built using four FNV-1a hash functions per cell.</a:t>
            </a:r>
          </a:p>
          <a:p>
            <a:pPr marL="285750" indent="-285750" algn="just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  <a:buClr>
                <a:srgbClr val="090567"/>
              </a:buClr>
              <a:buFont typeface="Wingdings" pitchFamily="2" charset="2"/>
              <a:buChar char="Ø"/>
            </a:pPr>
            <a:r>
              <a:rPr lang="en-US" sz="14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BCH Syndromes: </a:t>
            </a:r>
            <a:r>
              <a:rPr lang="en-US" sz="14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146 blocks of 7 bits are encoded with BCH(15,7) over GF(2⁴) into 8-bit parity syndromes.</a:t>
            </a:r>
          </a:p>
          <a:p>
            <a:pPr marL="285750" indent="-285750" algn="just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  <a:buClr>
                <a:srgbClr val="090567"/>
              </a:buClr>
              <a:buFont typeface="Wingdings" pitchFamily="2" charset="2"/>
              <a:buChar char="Ø"/>
            </a:pPr>
            <a:r>
              <a:rPr lang="en-US" sz="14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Match and Correct: </a:t>
            </a:r>
            <a:r>
              <a:rPr lang="en-US" sz="14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Only syndromes and 9 blinded SHA-256 hashes are sent; the peer decodes locally and corrects up to 2 bit-errors per block.</a:t>
            </a:r>
          </a:p>
        </p:txBody>
      </p:sp>
    </p:spTree>
    <p:extLst>
      <p:ext uri="{BB962C8B-B14F-4D97-AF65-F5344CB8AC3E}">
        <p14:creationId xmlns:p14="http://schemas.microsoft.com/office/powerpoint/2010/main" val="36673070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38FA67-4534-F9A4-8E6C-DB83AB8DA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Google Shape;64;p14">
            <a:extLst>
              <a:ext uri="{FF2B5EF4-FFF2-40B4-BE49-F238E27FC236}">
                <a16:creationId xmlns:a16="http://schemas.microsoft.com/office/drawing/2014/main" id="{1958B46E-E2A6-F591-8B44-79C24A94D181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6113" y="-7938"/>
            <a:ext cx="801687" cy="79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5" name="Google Shape;65;p14">
            <a:extLst>
              <a:ext uri="{FF2B5EF4-FFF2-40B4-BE49-F238E27FC236}">
                <a16:creationId xmlns:a16="http://schemas.microsoft.com/office/drawing/2014/main" id="{D433A80E-C41E-09C3-A7E4-B3B54C46E611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-7938"/>
            <a:ext cx="876300" cy="8382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6" name="Google Shape;66;p14">
            <a:extLst>
              <a:ext uri="{FF2B5EF4-FFF2-40B4-BE49-F238E27FC236}">
                <a16:creationId xmlns:a16="http://schemas.microsoft.com/office/drawing/2014/main" id="{7A5E963E-7481-95E8-CB1A-DB6CFEB062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2690" y="109538"/>
            <a:ext cx="6958013" cy="720725"/>
          </a:xfrm>
          <a:prstGeom prst="roundRect">
            <a:avLst>
              <a:gd name="adj" fmla="val 16667"/>
            </a:avLst>
          </a:prstGeom>
          <a:solidFill>
            <a:srgbClr val="090567"/>
          </a:solidFill>
          <a:ln w="9525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marL="0" indent="0" algn="ctr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400" b="1" kern="0" dirty="0">
                <a:solidFill>
                  <a:schemeClr val="bg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TEST CASES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872E4A8-30B5-10A9-6666-8E5C934AA1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97" y="1346811"/>
            <a:ext cx="8981103" cy="3000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0091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38FA67-4534-F9A4-8E6C-DB83AB8DA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Google Shape;64;p14">
            <a:extLst>
              <a:ext uri="{FF2B5EF4-FFF2-40B4-BE49-F238E27FC236}">
                <a16:creationId xmlns:a16="http://schemas.microsoft.com/office/drawing/2014/main" id="{1958B46E-E2A6-F591-8B44-79C24A94D181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6113" y="-7938"/>
            <a:ext cx="801687" cy="79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5" name="Google Shape;65;p14">
            <a:extLst>
              <a:ext uri="{FF2B5EF4-FFF2-40B4-BE49-F238E27FC236}">
                <a16:creationId xmlns:a16="http://schemas.microsoft.com/office/drawing/2014/main" id="{D433A80E-C41E-09C3-A7E4-B3B54C46E611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-7938"/>
            <a:ext cx="876300" cy="8382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6" name="Google Shape;66;p14">
            <a:extLst>
              <a:ext uri="{FF2B5EF4-FFF2-40B4-BE49-F238E27FC236}">
                <a16:creationId xmlns:a16="http://schemas.microsoft.com/office/drawing/2014/main" id="{7A5E963E-7481-95E8-CB1A-DB6CFEB062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2690" y="109538"/>
            <a:ext cx="6958013" cy="720725"/>
          </a:xfrm>
          <a:prstGeom prst="roundRect">
            <a:avLst>
              <a:gd name="adj" fmla="val 16667"/>
            </a:avLst>
          </a:prstGeom>
          <a:solidFill>
            <a:srgbClr val="090567"/>
          </a:solidFill>
          <a:ln w="9525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marL="0" indent="0" algn="ctr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400" b="1" kern="0" dirty="0">
                <a:solidFill>
                  <a:schemeClr val="bg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EXPERIMENTAL ANALYSIS</a:t>
            </a:r>
          </a:p>
        </p:txBody>
      </p:sp>
      <p:sp>
        <p:nvSpPr>
          <p:cNvPr id="28677" name="TextBox 28676"/>
          <p:cNvSpPr txBox="1"/>
          <p:nvPr/>
        </p:nvSpPr>
        <p:spPr>
          <a:xfrm>
            <a:off x="900000" y="980000"/>
            <a:ext cx="7350000" cy="39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  <a:buClr>
                <a:srgbClr val="090567"/>
              </a:buClr>
              <a:buFont typeface="Wingdings" pitchFamily="2" charset="2"/>
              <a:buChar char="Ø"/>
            </a:pPr>
            <a:r>
              <a:rPr lang="en-US" sz="14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Accuracy: </a:t>
            </a:r>
            <a:r>
              <a:rPr lang="en-US" sz="14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100% true-positive match under 5 to 15 m GPS drift and zero false matches beyond 100 m.</a:t>
            </a:r>
          </a:p>
          <a:p>
            <a:pPr marL="285750" indent="-285750" algn="just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  <a:buClr>
                <a:srgbClr val="090567"/>
              </a:buClr>
              <a:buFont typeface="Wingdings" pitchFamily="2" charset="2"/>
              <a:buChar char="Ø"/>
            </a:pPr>
            <a:r>
              <a:rPr lang="en-US" sz="14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Speed: </a:t>
            </a:r>
            <a:r>
              <a:rPr lang="en-US" sz="14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Syndrome generation under 3.2 ms, BCH decoding under 12.8 ms and full matching under 85 ms.</a:t>
            </a:r>
          </a:p>
          <a:p>
            <a:pPr marL="285750" indent="-285750" algn="just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  <a:buClr>
                <a:srgbClr val="090567"/>
              </a:buClr>
              <a:buFont typeface="Wingdings" pitchFamily="2" charset="2"/>
              <a:buChar char="Ø"/>
            </a:pPr>
            <a:r>
              <a:rPr lang="en-US" sz="14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Payload: </a:t>
            </a:r>
            <a:r>
              <a:rPr lang="en-US" sz="14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434 bytes per request, 89.2% smaller than JSON coordinate polling.</a:t>
            </a:r>
          </a:p>
          <a:p>
            <a:pPr marL="285750" indent="-285750" algn="just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  <a:buClr>
                <a:srgbClr val="090567"/>
              </a:buClr>
              <a:buFont typeface="Wingdings" pitchFamily="2" charset="2"/>
              <a:buChar char="Ø"/>
            </a:pPr>
            <a:r>
              <a:rPr lang="en-US" sz="14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Backend: </a:t>
            </a:r>
            <a:r>
              <a:rPr lang="en-US" sz="14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Average API response of 48.5 ms; a 1,000-record audit chain verified in 203.9 ms.</a:t>
            </a:r>
          </a:p>
        </p:txBody>
      </p:sp>
    </p:spTree>
    <p:extLst>
      <p:ext uri="{BB962C8B-B14F-4D97-AF65-F5344CB8AC3E}">
        <p14:creationId xmlns:p14="http://schemas.microsoft.com/office/powerpoint/2010/main" val="29560091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9A0563-4D88-63C0-FDF9-8AAABD7C3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Google Shape;64;p14">
            <a:extLst>
              <a:ext uri="{FF2B5EF4-FFF2-40B4-BE49-F238E27FC236}">
                <a16:creationId xmlns:a16="http://schemas.microsoft.com/office/drawing/2014/main" id="{F33EFAC6-5ECE-B5DE-2BF9-0BBF46F136E0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6113" y="-7938"/>
            <a:ext cx="801687" cy="79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5" name="Google Shape;65;p14">
            <a:extLst>
              <a:ext uri="{FF2B5EF4-FFF2-40B4-BE49-F238E27FC236}">
                <a16:creationId xmlns:a16="http://schemas.microsoft.com/office/drawing/2014/main" id="{F7985AF3-D28F-D528-4D0B-F6AA1849D7EB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-7938"/>
            <a:ext cx="876300" cy="8382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6" name="Google Shape;66;p14">
            <a:extLst>
              <a:ext uri="{FF2B5EF4-FFF2-40B4-BE49-F238E27FC236}">
                <a16:creationId xmlns:a16="http://schemas.microsoft.com/office/drawing/2014/main" id="{89DF0CA8-8376-837D-3747-BCB4868867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2690" y="109538"/>
            <a:ext cx="6958013" cy="720725"/>
          </a:xfrm>
          <a:prstGeom prst="roundRect">
            <a:avLst>
              <a:gd name="adj" fmla="val 16667"/>
            </a:avLst>
          </a:prstGeom>
          <a:solidFill>
            <a:srgbClr val="090567"/>
          </a:solidFill>
          <a:ln w="9525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marL="0" indent="0" algn="ctr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400" b="1" kern="0" dirty="0">
                <a:solidFill>
                  <a:schemeClr val="bg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OUTPUT SCREENSHOT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A1ECE25-B4A6-34AF-F4FA-A5B20D137F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388" y="1387641"/>
            <a:ext cx="1360543" cy="303396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5B2D899-D317-1F42-428C-9424C6B388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1285" y="1387641"/>
            <a:ext cx="1360543" cy="30339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0E2E4B9-83C8-C147-1A55-7A2018DF284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01366" y="1387641"/>
            <a:ext cx="1360543" cy="303098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E876D30-1C03-D735-FCEB-69BEFE30385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48646" y="1387641"/>
            <a:ext cx="1359208" cy="303098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BAE38CC-0A09-70A5-3D40-40126A8F283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23599" y="1387641"/>
            <a:ext cx="1359208" cy="3030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6900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5C5BB3-0806-2F24-1E5B-52DA3E257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Google Shape;64;p14">
            <a:extLst>
              <a:ext uri="{FF2B5EF4-FFF2-40B4-BE49-F238E27FC236}">
                <a16:creationId xmlns:a16="http://schemas.microsoft.com/office/drawing/2014/main" id="{9ED5F610-D5EE-8E7F-BE33-F3B32A5936E3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6113" y="-7938"/>
            <a:ext cx="801687" cy="79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5" name="Google Shape;65;p14">
            <a:extLst>
              <a:ext uri="{FF2B5EF4-FFF2-40B4-BE49-F238E27FC236}">
                <a16:creationId xmlns:a16="http://schemas.microsoft.com/office/drawing/2014/main" id="{EF5C22B2-8448-D938-BF0C-640276341B24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-7938"/>
            <a:ext cx="876300" cy="8382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6" name="Google Shape;66;p14">
            <a:extLst>
              <a:ext uri="{FF2B5EF4-FFF2-40B4-BE49-F238E27FC236}">
                <a16:creationId xmlns:a16="http://schemas.microsoft.com/office/drawing/2014/main" id="{A60CBF0B-15E2-D037-F7FF-F490C70885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2690" y="109538"/>
            <a:ext cx="6958013" cy="720725"/>
          </a:xfrm>
          <a:prstGeom prst="roundRect">
            <a:avLst>
              <a:gd name="adj" fmla="val 16667"/>
            </a:avLst>
          </a:prstGeom>
          <a:solidFill>
            <a:srgbClr val="090567"/>
          </a:solidFill>
          <a:ln w="9525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marL="0" indent="0" algn="ctr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400" b="1" kern="0" dirty="0">
                <a:solidFill>
                  <a:schemeClr val="bg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OUTPUT SCREENSHOT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84A422-625D-F670-3D82-8933D1771C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713" y="1363579"/>
            <a:ext cx="1432481" cy="319438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28CEE3B-DCCB-73B2-0EB7-44AA5737D5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87474" y="1363580"/>
            <a:ext cx="1432481" cy="319438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5A485A9-1B6C-FF4E-0E20-CA00A231FBE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39235" y="1363579"/>
            <a:ext cx="1432481" cy="319438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57E4910-AA40-AEA8-2403-6D82DC3C7BB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34475" y="1363579"/>
            <a:ext cx="1432481" cy="3194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86067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E991C-3A94-EE3B-7DA7-F8216490F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Google Shape;64;p14">
            <a:extLst>
              <a:ext uri="{FF2B5EF4-FFF2-40B4-BE49-F238E27FC236}">
                <a16:creationId xmlns:a16="http://schemas.microsoft.com/office/drawing/2014/main" id="{309D2359-6B8D-0202-3605-C69230566D90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6113" y="-7938"/>
            <a:ext cx="801687" cy="79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5" name="Google Shape;65;p14">
            <a:extLst>
              <a:ext uri="{FF2B5EF4-FFF2-40B4-BE49-F238E27FC236}">
                <a16:creationId xmlns:a16="http://schemas.microsoft.com/office/drawing/2014/main" id="{79D3D1C9-AA6F-2856-FC39-5BD4729B52D8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-7938"/>
            <a:ext cx="876300" cy="8382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6" name="Google Shape;66;p14">
            <a:extLst>
              <a:ext uri="{FF2B5EF4-FFF2-40B4-BE49-F238E27FC236}">
                <a16:creationId xmlns:a16="http://schemas.microsoft.com/office/drawing/2014/main" id="{9664016A-A734-7824-8DC2-BF7FB44E12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2690" y="109538"/>
            <a:ext cx="6958013" cy="720725"/>
          </a:xfrm>
          <a:prstGeom prst="roundRect">
            <a:avLst>
              <a:gd name="adj" fmla="val 16667"/>
            </a:avLst>
          </a:prstGeom>
          <a:solidFill>
            <a:srgbClr val="090567"/>
          </a:solidFill>
          <a:ln w="9525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marL="0" indent="0" algn="ctr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400" b="1" kern="0" dirty="0">
                <a:solidFill>
                  <a:schemeClr val="bg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CONCLUSION</a:t>
            </a:r>
          </a:p>
        </p:txBody>
      </p:sp>
      <p:sp>
        <p:nvSpPr>
          <p:cNvPr id="5" name="Google Shape;58;p13">
            <a:extLst>
              <a:ext uri="{FF2B5EF4-FFF2-40B4-BE49-F238E27FC236}">
                <a16:creationId xmlns:a16="http://schemas.microsoft.com/office/drawing/2014/main" id="{E4D5C0DE-E72B-F12E-7929-0788A63967CF}"/>
              </a:ext>
            </a:extLst>
          </p:cNvPr>
          <p:cNvSpPr txBox="1"/>
          <p:nvPr/>
        </p:nvSpPr>
        <p:spPr>
          <a:xfrm>
            <a:off x="900000" y="980000"/>
            <a:ext cx="7350000" cy="3950000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91425" rIns="91425" bIns="91425"/>
          <a:lstStyle/>
          <a:p>
            <a:pPr marL="285750" indent="-285750" algn="just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  <a:buClr>
                <a:srgbClr val="090567"/>
              </a:buClr>
              <a:buFont typeface="Wingdings" pitchFamily="2" charset="2"/>
              <a:buChar char="Ø"/>
            </a:pPr>
            <a:r>
              <a:rPr lang="en-US" sz="14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Achieved: </a:t>
            </a:r>
            <a:r>
              <a:rPr lang="en-US" sz="14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Connify (v4.8.6) delivers SHARP zero-knowledge matching, and all 9 project objectives were verified as achieved.</a:t>
            </a:r>
          </a:p>
          <a:p>
            <a:pPr marL="285750" indent="-285750" algn="just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  <a:buClr>
                <a:srgbClr val="090567"/>
              </a:buClr>
              <a:buFont typeface="Wingdings" pitchFamily="2" charset="2"/>
              <a:buChar char="Ø"/>
            </a:pPr>
            <a:r>
              <a:rPr lang="en-US" sz="14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Validated: </a:t>
            </a:r>
            <a:r>
              <a:rPr lang="en-US" sz="14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100% match under GPS drift, zero false positives, 39 of 39 tests passed and a 434-byte payload.</a:t>
            </a:r>
          </a:p>
          <a:p>
            <a:pPr marL="285750" indent="-285750" algn="just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  <a:buClr>
                <a:srgbClr val="090567"/>
              </a:buClr>
              <a:buFont typeface="Wingdings" pitchFamily="2" charset="2"/>
              <a:buChar char="Ø"/>
            </a:pPr>
            <a:r>
              <a:rPr lang="en-US" sz="14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Contributions: </a:t>
            </a:r>
            <a:r>
              <a:rPr lang="en-US" sz="14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Zero-knowledge spatial matching, hardware-backed identity, hybrid online/offline networking and a tamper-evident audit ledger.</a:t>
            </a:r>
          </a:p>
          <a:p>
            <a:pPr marL="285750" indent="-285750" algn="just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  <a:buClr>
                <a:srgbClr val="090567"/>
              </a:buClr>
              <a:buFont typeface="Wingdings" pitchFamily="2" charset="2"/>
              <a:buChar char="Ø"/>
            </a:pPr>
            <a:r>
              <a:rPr lang="en-US" sz="14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Work: </a:t>
            </a:r>
            <a:r>
              <a:rPr lang="en-US" sz="14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C++/Rust JSI acceleration, multi-hop BLE mesh, satellite messaging, post-quantum cryptography and zk-SNARK audit rollups.</a:t>
            </a:r>
          </a:p>
        </p:txBody>
      </p:sp>
    </p:spTree>
    <p:extLst>
      <p:ext uri="{BB962C8B-B14F-4D97-AF65-F5344CB8AC3E}">
        <p14:creationId xmlns:p14="http://schemas.microsoft.com/office/powerpoint/2010/main" val="10998961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561A3-2922-1C8C-92CA-3D03DC1F7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Google Shape;64;p14">
            <a:extLst>
              <a:ext uri="{FF2B5EF4-FFF2-40B4-BE49-F238E27FC236}">
                <a16:creationId xmlns:a16="http://schemas.microsoft.com/office/drawing/2014/main" id="{4FEE2386-A25E-6FB8-2DF7-2706998E29D7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6113" y="-7938"/>
            <a:ext cx="801687" cy="79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5" name="Google Shape;65;p14">
            <a:extLst>
              <a:ext uri="{FF2B5EF4-FFF2-40B4-BE49-F238E27FC236}">
                <a16:creationId xmlns:a16="http://schemas.microsoft.com/office/drawing/2014/main" id="{6C013177-112A-F99D-614D-A186D4EC6722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-7938"/>
            <a:ext cx="876300" cy="8382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6" name="Google Shape;66;p14">
            <a:extLst>
              <a:ext uri="{FF2B5EF4-FFF2-40B4-BE49-F238E27FC236}">
                <a16:creationId xmlns:a16="http://schemas.microsoft.com/office/drawing/2014/main" id="{AC32CEA5-8352-DDAB-D9E7-AB0EFFEE49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2690" y="109538"/>
            <a:ext cx="6958013" cy="720725"/>
          </a:xfrm>
          <a:prstGeom prst="roundRect">
            <a:avLst>
              <a:gd name="adj" fmla="val 16667"/>
            </a:avLst>
          </a:prstGeom>
          <a:solidFill>
            <a:srgbClr val="090567"/>
          </a:solidFill>
          <a:ln w="9525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marL="0" indent="0" algn="ctr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kern="0" dirty="0">
                <a:solidFill>
                  <a:schemeClr val="bg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REFERENCES</a:t>
            </a:r>
          </a:p>
        </p:txBody>
      </p:sp>
      <p:sp>
        <p:nvSpPr>
          <p:cNvPr id="5" name="Google Shape;58;p13">
            <a:extLst>
              <a:ext uri="{FF2B5EF4-FFF2-40B4-BE49-F238E27FC236}">
                <a16:creationId xmlns:a16="http://schemas.microsoft.com/office/drawing/2014/main" id="{EFE63344-4AC7-DD26-99EA-9F066004CB1E}"/>
              </a:ext>
            </a:extLst>
          </p:cNvPr>
          <p:cNvSpPr txBox="1"/>
          <p:nvPr/>
        </p:nvSpPr>
        <p:spPr>
          <a:xfrm>
            <a:off x="900000" y="980000"/>
            <a:ext cx="7350000" cy="3950000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91425" rIns="91425" bIns="91425"/>
          <a:lstStyle/>
          <a:p>
            <a:pPr marL="285750" indent="-285750" algn="just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  <a:buClr>
                <a:srgbClr val="090567"/>
              </a:buClr>
              <a:buFont typeface="Wingdings" pitchFamily="2" charset="2"/>
              <a:buChar char="Ø"/>
            </a:pPr>
            <a:r>
              <a:rPr lang="en-US" sz="14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[1]: </a:t>
            </a:r>
            <a:r>
              <a:rPr lang="en-US" sz="14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Josefsson, S. &amp; Liusvaara, I. 2017, ‘Edwards-Curve Digital Signature Algorithm (EdDSA)’, RFC 8032, IETF.</a:t>
            </a:r>
          </a:p>
          <a:p>
            <a:pPr marL="285750" indent="-285750" algn="just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  <a:buClr>
                <a:srgbClr val="090567"/>
              </a:buClr>
              <a:buFont typeface="Wingdings" pitchFamily="2" charset="2"/>
              <a:buChar char="Ø"/>
            </a:pPr>
            <a:r>
              <a:rPr lang="en-US" sz="14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[2]: </a:t>
            </a:r>
            <a:r>
              <a:rPr lang="en-US" sz="14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NIST 2015, ‘Secure Hash Standard (SHS)’, FIPS Publication 180-4, U.S. Department of Commerce.</a:t>
            </a:r>
          </a:p>
          <a:p>
            <a:pPr marL="285750" indent="-285750" algn="just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  <a:buClr>
                <a:srgbClr val="090567"/>
              </a:buClr>
              <a:buFont typeface="Wingdings" pitchFamily="2" charset="2"/>
              <a:buChar char="Ø"/>
            </a:pPr>
            <a:r>
              <a:rPr lang="en-US" sz="14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[3]: </a:t>
            </a:r>
            <a:r>
              <a:rPr lang="en-US" sz="14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Alvestrand, H. 2021, ‘Overview: Real-Time Protocols for Browser-Based Applications’, RFC 8825, IETF.</a:t>
            </a:r>
          </a:p>
          <a:p>
            <a:pPr marL="285750" indent="-285750" algn="just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  <a:buClr>
                <a:srgbClr val="090567"/>
              </a:buClr>
              <a:buFont typeface="Wingdings" pitchFamily="2" charset="2"/>
              <a:buChar char="Ø"/>
            </a:pPr>
            <a:r>
              <a:rPr lang="en-US" sz="14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[4]: </a:t>
            </a:r>
            <a:r>
              <a:rPr lang="en-US" sz="14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Cheshire, S. &amp; Krochmal, M. 2013, ‘Multicast DNS’, RFC 6762, IETF.</a:t>
            </a:r>
          </a:p>
        </p:txBody>
      </p:sp>
    </p:spTree>
    <p:extLst>
      <p:ext uri="{BB962C8B-B14F-4D97-AF65-F5344CB8AC3E}">
        <p14:creationId xmlns:p14="http://schemas.microsoft.com/office/powerpoint/2010/main" val="16024461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9DF14-15DB-2364-7F04-A3E44ECA4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Google Shape;64;p14">
            <a:extLst>
              <a:ext uri="{FF2B5EF4-FFF2-40B4-BE49-F238E27FC236}">
                <a16:creationId xmlns:a16="http://schemas.microsoft.com/office/drawing/2014/main" id="{4F43CA01-2B2B-B88F-2756-C83C15DF98AA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6113" y="-7938"/>
            <a:ext cx="801687" cy="79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5" name="Google Shape;65;p14">
            <a:extLst>
              <a:ext uri="{FF2B5EF4-FFF2-40B4-BE49-F238E27FC236}">
                <a16:creationId xmlns:a16="http://schemas.microsoft.com/office/drawing/2014/main" id="{00DE9A9D-D5B9-1D66-DBAF-83603807287A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-7938"/>
            <a:ext cx="876300" cy="8382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6" name="Google Shape;66;p14">
            <a:extLst>
              <a:ext uri="{FF2B5EF4-FFF2-40B4-BE49-F238E27FC236}">
                <a16:creationId xmlns:a16="http://schemas.microsoft.com/office/drawing/2014/main" id="{4D27A85A-BF4E-3025-7C0A-C1BD8BEB62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2690" y="109538"/>
            <a:ext cx="6958013" cy="720725"/>
          </a:xfrm>
          <a:prstGeom prst="roundRect">
            <a:avLst>
              <a:gd name="adj" fmla="val 16667"/>
            </a:avLst>
          </a:prstGeom>
          <a:solidFill>
            <a:srgbClr val="090567"/>
          </a:solidFill>
          <a:ln w="9525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marL="0" indent="0" algn="ctr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kern="0" dirty="0">
                <a:solidFill>
                  <a:schemeClr val="bg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PRODUCT PUBLICATION PROOF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1AF040C-110D-ABE6-61DE-CE790E13B55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861"/>
          <a:stretch>
            <a:fillRect/>
          </a:stretch>
        </p:blipFill>
        <p:spPr>
          <a:xfrm>
            <a:off x="1062789" y="1137284"/>
            <a:ext cx="6958013" cy="3632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5426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Google Shape;64;p14">
            <a:extLst>
              <a:ext uri="{FF2B5EF4-FFF2-40B4-BE49-F238E27FC236}">
                <a16:creationId xmlns:a16="http://schemas.microsoft.com/office/drawing/2014/main" id="{52E05458-BED5-21FA-4FB0-D917B301F4B4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2313" y="0"/>
            <a:ext cx="801687" cy="79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19" name="Google Shape;65;p14">
            <a:extLst>
              <a:ext uri="{FF2B5EF4-FFF2-40B4-BE49-F238E27FC236}">
                <a16:creationId xmlns:a16="http://schemas.microsoft.com/office/drawing/2014/main" id="{73694F64-26EC-A1C0-8CFE-960E720F9D60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763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B5E47FC-886D-7E44-764E-EBA8A14C642C}"/>
              </a:ext>
            </a:extLst>
          </p:cNvPr>
          <p:cNvSpPr/>
          <p:nvPr/>
        </p:nvSpPr>
        <p:spPr>
          <a:xfrm>
            <a:off x="158750" y="1858963"/>
            <a:ext cx="8596313" cy="110807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-US" sz="6600" b="1" kern="0" dirty="0">
                <a:solidFill>
                  <a:srgbClr val="006600"/>
                </a:solidFill>
                <a:latin typeface="Algerian" pitchFamily="82" charset="0"/>
                <a:ea typeface="Times New Roman"/>
                <a:cs typeface="Times New Roman" pitchFamily="18" charset="0"/>
                <a:sym typeface="Times New Roman"/>
              </a:rPr>
              <a:t>Queries ????</a:t>
            </a:r>
          </a:p>
        </p:txBody>
      </p:sp>
      <p:sp>
        <p:nvSpPr>
          <p:cNvPr id="6" name="Google Shape;58;p13">
            <a:extLst>
              <a:ext uri="{FF2B5EF4-FFF2-40B4-BE49-F238E27FC236}">
                <a16:creationId xmlns:a16="http://schemas.microsoft.com/office/drawing/2014/main" id="{32B57D63-6C0A-D9C6-D062-74184B2E8795}"/>
              </a:ext>
            </a:extLst>
          </p:cNvPr>
          <p:cNvSpPr txBox="1"/>
          <p:nvPr/>
        </p:nvSpPr>
        <p:spPr>
          <a:xfrm>
            <a:off x="931863" y="1858963"/>
            <a:ext cx="7280275" cy="1338262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91425" rIns="91425" bIns="91425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sz="1500" b="1" i="1" kern="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469</TotalTime>
  <Words>1628</Words>
  <Application>Microsoft Office PowerPoint</Application>
  <PresentationFormat>On-screen Show (16:9)</PresentationFormat>
  <Paragraphs>117</Paragraphs>
  <Slides>26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Algerian</vt:lpstr>
      <vt:lpstr>Arial</vt:lpstr>
      <vt:lpstr>Times New Roman</vt:lpstr>
      <vt:lpstr>Wingdings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STUDENT</dc:creator>
  <cp:lastModifiedBy>Grish Narayanan S</cp:lastModifiedBy>
  <cp:revision>33</cp:revision>
  <dcterms:modified xsi:type="dcterms:W3CDTF">2026-10-26T04:42:54Z</dcterms:modified>
</cp:coreProperties>
</file>