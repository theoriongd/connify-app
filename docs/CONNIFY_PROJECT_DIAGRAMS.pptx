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284C7"/>
                </a:solidFill>
              </a:defRPr>
            </a:pPr>
            <a:r>
              <a:t>CONNIFY PLATFORM ARCHITECTURE &amp; FLOW DIAGRAMS</a:t>
            </a:r>
          </a:p>
          <a:p>
            <a:pPr>
              <a:spcBef>
                <a:spcPts val="1500"/>
              </a:spcBef>
              <a:defRPr sz="1700">
                <a:solidFill>
                  <a:srgbClr val="0F172A"/>
                </a:solidFill>
              </a:defRPr>
            </a:pPr>
            <a:r>
              <a:t>Zero-Knowledge Spatial Social &amp; Communication Initialization Platform between Strangers</a:t>
            </a:r>
          </a:p>
          <a:p>
            <a:pPr>
              <a:spcBef>
                <a:spcPts val="2000"/>
              </a:spcBef>
              <a:defRPr sz="1300">
                <a:solidFill>
                  <a:srgbClr val="475569"/>
                </a:solidFill>
              </a:defRPr>
            </a:pPr>
            <a:r>
              <a:t>Complete Light Theme Editable Diagrams (Figures 3.1 to 5.2) with Flow Connectors &amp; Hyphens</a:t>
            </a:r>
            <a:br/>
            <a:r>
              <a:t>Based on Production Monorepo Specification &amp; Google Play Store Package com.connify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3.1: High-Level Monorepo System Architecture Diagram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Monorepo Workspace Decoupling &amp; Network Payload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Connify Mobile Client (Connify/)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Fastify Backend Server (backend/)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463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Patent &amp; Cryptographic Specs (patent/)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747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React Native 0.86 / Expo 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TypeScript 5.8 / Zustand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0400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SHARP Protocol Client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79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Hardware KeyStore (Ed25519)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WebRTC VoIP &amp; Socket.io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0640"/>
            <a:ext cx="292608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Auxiliary Trust &amp; Safety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92024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Fastify 5.10 / Node.js 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56032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Prisma ORM 6.4 &amp; MongoDB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20040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REST API &amp; Auth 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840479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Socket.io Real-Time Dispatcher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48056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Cryptographic Audit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512064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Admin Health &amp; Chain Repair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92024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SHARP Protocol Specification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6032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BCH(15,7) GF(2^4) Math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0040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1024-bit Bloom Filter Vectorizer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40479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FNV-1a 32-bit Hash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48056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CPM Gantt &amp; Project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120640"/>
            <a:ext cx="30175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Google Play Store Metadata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3.2: SHARP Protocol Zero-Knowledge Proximity Handshake Sequence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Step-by-Step Data Flow Diagram with Sequential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1. GPS Quantize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Requester rounds GPS to 3 decimals &amp; builds 9-cell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2. Bloom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Hashes cells via FNV-1a into 1024-bit Bloom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3. BCH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7830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Splits filter into 146 blocks; computes GF(2^4) syndromes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08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4. Wire Transmission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Transmits ONLY syndromes &amp; SHA-256 blinded hashes to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108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5: 5. Server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29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Server routes syndromes to nearby peers without seeing raw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01752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108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6: 6. Peer GPS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429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Peer captures local GPS &amp; builds local spatial Bloom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548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7: 7. Asymmetric Decode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74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Peer combines local blocks + syndromes; fixes up to 2 bit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120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66344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7548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8: 8. Hash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074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Peer reconstructs Bloom filter &amp; verifies blinded grid hashes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120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663440"/>
            <a:ext cx="3108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47548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9: 9. QR Handshake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074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Peers meet physically &amp; scan offline QR code to redeem capsule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3.3: Use Case Diagram for Connify Mobile Platform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Actor Flow Diagram with Connection Hyphens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945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Actor: Requester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011680" cy="1463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Mobile User seeking ZK spatial social connection, meetup, or co-presence.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1945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Actor: Peer / Helper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89120"/>
            <a:ext cx="20116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Co-located nearby user receiving syndromes, performing BCH decoding, &amp; scanning QR.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754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7160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UC-1: Register Hardware Identity (Ed25519)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56032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UC-2: Create ZK Social Request (Syndromes)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749039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UC-3: Execute Offline QR Handshake 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93776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UC-4: Initiate WebRTC VoIP Audio 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37160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UC-5: Trigger Timed Dead-Man Safety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56032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UC-6: Activate 115dB Siren &amp; Visual Strobe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49039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UC-7: Simulate Realistic Fake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93776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UC-8: Report Community Hazard Map Marker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371600"/>
            <a:ext cx="2103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463040"/>
            <a:ext cx="18287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Actor: Admin / 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011680"/>
            <a:ext cx="192024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Fastify Server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834640"/>
            <a:ext cx="192024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UC-9: Monitor Audit Ledger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657600"/>
            <a:ext cx="192024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UC-10: Simulate Chain Repair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480560"/>
            <a:ext cx="192024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Prisma Database CRUD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303520"/>
            <a:ext cx="192024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Socket.io Event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3.4: Level-0 Context Data Flow Diagram (DFD)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System Boundary, External Entities, and High-Level Information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2286000"/>
            <a:ext cx="3749039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CONNIFY SYSTEM (0.0)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338328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Central Process Routing Zero-Knowledge Syndromes, Blinded Grid Hashes, Socket Events, &amp; Hash-Chained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926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Requester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74320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Sends GPS Syndromes &amp; Hashes;</a:t>
            </a:r>
            <a:br/>
            <a:r>
              <a:t>Receives Capsule Tokens &amp;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2926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Peer / Helper 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06240"/>
            <a:ext cx="274320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Sends Local Decoded Proofs;</a:t>
            </a:r>
            <a:br/>
            <a:r>
              <a:t>Receives Match Verification &amp;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3891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86000"/>
            <a:ext cx="29260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377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MongoDB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926080"/>
            <a:ext cx="256032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Stores Device Keys, Episodes, Capsules, Outcomes, &amp; Audit Logs via Prisma 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3.5: Level-1 Detailed Data Flow Diagram (DFD)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Internal Sub-Processes and Data Transformation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1.1 Spatial Quantizer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Converts continuous lat/lng to 3-decimal base grid &amp; 9-cell neighborhood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1.2 Bloom Vectorizer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Hashes 9 grid cells 4x via FNV-1a to create 1024-bit Bloom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1.3 Syndrome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Segments vector; computes GF(2^4) BCH(15,7) parity syndromes &amp; blinded hashes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1.4 Asymmetric Decoder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Peer combines local 7-bit blocks with syndromes; fixes up to 2 bit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1.5 Hash Matcher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Reconstructs requester's Bloom filter &amp; verifies SHA-256 blinded grid hashes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1.6 Capsule Issuer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Generates signed Capsule token &amp; appends entry to hash-chained AuditLog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3.6: System Class Diagram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Frontend Stores, Cryptographic Services, and Backend Model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authStore (Zustand)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- deviceId: string</a:t>
            </a:r>
            <a:br/>
            <a:r>
              <a:t>- publicKey: string</a:t>
            </a:r>
            <a:br/>
            <a:r>
              <a:t>- secretKey: string</a:t>
            </a:r>
            <a:br/>
            <a:r>
              <a:t>+ initializeIdentity()</a:t>
            </a:r>
            <a:br/>
            <a:r>
              <a:t>+ signPayload()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episodeStore (Zustand)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- episodes: Episode[]</a:t>
            </a:r>
            <a:br/>
            <a:r>
              <a:t>- activeEpisode: Episode</a:t>
            </a:r>
            <a:br/>
            <a:r>
              <a:t>+ createEpisode()</a:t>
            </a:r>
            <a:br/>
            <a:r>
              <a:t>+ fetchNearbyEpisodes()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secureKeyService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87451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+ generateDeviceKeypair()</a:t>
            </a:r>
            <a:br/>
            <a:r>
              <a:t>+ storePrivateKeyInKeychain()</a:t>
            </a:r>
            <a:br/>
            <a:r>
              <a:t>+ signData()</a:t>
            </a:r>
            <a:br/>
            <a:r>
              <a:t>+ verifySignature()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sharp (Core Math)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5195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+ fnv1a32()</a:t>
            </a:r>
            <a:br/>
            <a:r>
              <a:t>+ generateProximityRequest()</a:t>
            </a:r>
            <a:br/>
            <a:r>
              <a:t>+ verifyProximityHelper()</a:t>
            </a:r>
            <a:br/>
            <a:r>
              <a:t>+ sha256()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EpisodeController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5195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+ createEpisode()</a:t>
            </a:r>
            <a:br/>
            <a:r>
              <a:t>+ getActiveEpisodes()</a:t>
            </a:r>
            <a:br/>
            <a:r>
              <a:t>+ cancelEpisode()</a:t>
            </a:r>
            <a:br/>
            <a:r>
              <a:t>+ logAuditEntry()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200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84047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CapsuleController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4251959"/>
            <a:ext cx="2926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+ issueCapsule()</a:t>
            </a:r>
            <a:br/>
            <a:r>
              <a:t>+ verifyQrHandshake()</a:t>
            </a:r>
            <a:br/>
            <a:r>
              <a:t>+ revokeCapsule()</a:t>
            </a:r>
            <a:br/>
            <a:r>
              <a:t>+ validateProof()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3.7: Sequence Diagram for Zero-Knowledge Handshake &amp; Capsule Issuance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Inter-Component Message Lifecycle with Flow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Device Key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A ---&gt; POST /api/devices/register ---&gt; Registers Ed25519 Public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ZK Episode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A ---&gt; POST /api/episodes ---&gt; Transmits Syndromes &amp; Blinded Hashes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Socket.io Event Broadcast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Fastify ---&gt; Socket.io emit('new_episode_available') ---&gt; Notifies Nearby Peers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56032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651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Proximity Match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B ---&gt; Executes BCH Decoding ---&gt; POST /api/capsules/issue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7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Signed Capsule Issuance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6052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Fastify ---&gt; Generates Signed Capsule Token ---&gt; Returns to Client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49039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84047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Offline Mutual QR Scan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6052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A &lt;===&gt; Client B (Physical Meeting) ---&gt; Scan Signed QR 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29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7. Capsule Redemption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4924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A ---&gt; POST /api/capsules/verify-qr ---&gt; Handshake Confirmed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937760"/>
            <a:ext cx="51206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029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8. Audit Ledger Commit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349240"/>
            <a:ext cx="484632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Fastify ---&gt; Appends record to SHA-256 Audit Chain (prevHash ---&gt; entryHash)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3.8: State Machine Diagram for Active Episode Lifecycle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Episode Lifecycle State Transitions and Flow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PENDING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Initial state upon POST /api/episodes. Syndromes broadcasted.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MATCHED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Peer successfully decodes BCH syndromes &amp; Capsule issued.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965960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Peers confirm mutual proximity &amp; initiate real-time VoIP /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51959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Mutual QR code handshake scanned &amp; outcome logged.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49039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EXPIRED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251959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15-minute timer elapses without a peer match or handshake.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1089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State: CANCELLED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4251959"/>
            <a:ext cx="28346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Requester manually cancels active request prior to match.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3.9: Component Diagram for Hybrid Dual-Mode Networking Stack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Online Cloud WebSockets vs. Offline Resilient Mesh Fallback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846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ONLINE CLOUD STACK (Primary)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4480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HTTPS REST API (Fastify 5.10)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4480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Socket.io Bi-Directional WSS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4480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WebRTC Peer-to-Peer VoIP Audio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4480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Notifee &amp; Firebase Push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44805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MongoDB Document Cloud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4747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&lt;===&gt;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OFFLINE RESILIENT STACK (Fallback)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4846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Wi-Fi mDNS Service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40"/>
            <a:ext cx="4846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Direct TCP Socket Pair 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4846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Bluetooth Low Energy (BLE) Mesh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4846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Encrypted Payload SMS Formatter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03520"/>
            <a:ext cx="484632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Offline Queue Storage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3.10: Entity-Relationship (ER) Diagram for MongoDB / Prisma Schema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Data Models, Fields, Types, Constraints, and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deviceFingerprintHash (UQ)</a:t>
            </a:r>
            <a:br/>
            <a:r>
              <a:t>publicKey</a:t>
            </a:r>
            <a:br/>
            <a:r>
              <a:t>phoneHash</a:t>
            </a:r>
            <a:br/>
            <a:r>
              <a:t>createdAt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Episode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requesterDeviceId (FK)</a:t>
            </a:r>
            <a:br/>
            <a:r>
              <a:t>category, urgency, status</a:t>
            </a:r>
            <a:br/>
            <a:r>
              <a:t>lat, lng, radiusMeters</a:t>
            </a:r>
            <a:br/>
            <a:r>
              <a:t>blindedGridSigs (BCH)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Capsule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87451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episodeId (FK)</a:t>
            </a:r>
            <a:br/>
            <a:r>
              <a:t>helperDeviceId (FK)</a:t>
            </a:r>
            <a:br/>
            <a:r>
              <a:t>signedTokenHash</a:t>
            </a:r>
            <a:br/>
            <a:r>
              <a:t>status, issuedAt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5195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episodeId (FK)</a:t>
            </a:r>
            <a:br/>
            <a:r>
              <a:t>result, category</a:t>
            </a:r>
            <a:br/>
            <a:r>
              <a:t>riskLevel</a:t>
            </a:r>
            <a:br/>
            <a:r>
              <a:t>completedInWindow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AuditLog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5195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eventType</a:t>
            </a:r>
            <a:br/>
            <a:r>
              <a:t>episodeId (FK)</a:t>
            </a:r>
            <a:br/>
            <a:r>
              <a:t>prevHash (SHA-256)</a:t>
            </a:r>
            <a:br/>
            <a:r>
              <a:t>entryHash (SHA-256)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108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Model: 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4251959"/>
            <a:ext cx="283464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id (PK)</a:t>
            </a:r>
            <a:br/>
            <a:r>
              <a:t>deviceId (FK, UQ)</a:t>
            </a:r>
            <a:br/>
            <a:r>
              <a:t>firstName, lastName</a:t>
            </a:r>
            <a:br/>
            <a:r>
              <a:t>phone</a:t>
            </a:r>
            <a:br/>
            <a:r>
              <a:t>medicalNotes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4.1: Atomic Component Layout Structure for Social Discovery Dashboard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UI Hierarchy and Component Wireframe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Social Discovery Dashboard Wireframe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1014984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Header Bar: Brand Logo + Status Badge + Hardware Security Fingerprint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1014984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Category Selection Grid (Atomic Buttons):</a:t>
            </a:r>
            <a:br/>
            <a:r>
              <a:t>[ Social Connection ]   [ Event Meetup ]   [ Co-Presence ]   [ Activity Partner ]   [ Walk-Together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840480"/>
            <a:ext cx="493776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Search Radius &amp; Urgency Controls:</a:t>
            </a:r>
            <a:br/>
            <a:r>
              <a:t>- Search Radius Slider (100m - 1000m)</a:t>
            </a:r>
            <a:br/>
            <a:r>
              <a:t>- Urgency Level Selector (1 - 5)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029200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Radar Visualizer &amp; Connection Pulse:</a:t>
            </a:r>
            <a:br/>
            <a:r>
              <a:t>- Animated Pulse Wave Component</a:t>
            </a:r>
            <a:br/>
            <a:r>
              <a:t>- ZK Syndrome Broadcast Trigger Button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120640"/>
            <a:ext cx="1014984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Safety Quick-Action Dock: [ Acoustic Siren ]   [ Timed Guard ]   [ Fake Call ]   [ Hazard Map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4.2: Cryptographic Key Generation &amp; Keychain Hardware Binding Pipeline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Hardware Security Layer &amp; Ed25519 Signature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App 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App detects missing identity; triggers keypair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TweetNaCl 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Generates Ed25519 public key (32 bytes) &amp; secret key (64 bytes)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630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Keychain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87451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Persists secret key inside Android KeyStore / iOS Keychain via SecureStore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Biometric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Enforces biometric authentication (Fingerprint / FaceID) for key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Challenge 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Client signs random server challenge string with detached Ed25519 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663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49039"/>
            <a:ext cx="3108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84047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JWT Issuance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4251959"/>
            <a:ext cx="283464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Fastify verifies signature against registered public key &amp; issues JWT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4.3: Append-Only Hash-Chained Audit Ledger Structure (prevHash ---&gt; entryHash)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Tamper-Evident Cryptographic Logging &amp; Auditability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Block N-1: EPISODE_CREATED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2834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prevHash: 0000000000...</a:t>
            </a:r>
            <a:br/>
            <a:r>
              <a:t>entryHash: a1b2c3d4e5f6...</a:t>
            </a:r>
            <a:br/>
            <a:r>
              <a:t>timestamp: 10:40:00 UTC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017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1089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Block N: CAPSULE_REDEEMED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2834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prevHash: a1b2c3d4e5f6...</a:t>
            </a:r>
            <a:br/>
            <a:r>
              <a:t>entryHash: f6e5d4c3b2a1...</a:t>
            </a:r>
            <a:br/>
            <a:r>
              <a:t>timestamp: 10:42:15 UTC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017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---&gt;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1089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Block N+1: EPISODE_COMPLETED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468880"/>
            <a:ext cx="2834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prevHash: f6e5d4c3b2a1...</a:t>
            </a:r>
            <a:br/>
            <a:r>
              <a:t>entryHash: 9x8y7z6w5v4u...</a:t>
            </a:r>
            <a:br/>
            <a:r>
              <a:t>timestamp: 10:45:30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Mathematical Invariant: entryHash = SHA256(prevHash + eventType + episodeId + timestamp)</a:t>
            </a:r>
            <a:br/>
            <a:r>
              <a:t>Tamper Detection: Modifying any historical block breaks all subsequent hashes in the 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5.1: Backend Integration Test Suite Execution Output (39/39 Pass)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Empirical System Verification &amp; Test Execution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Test Metrics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Total Test Suites: 9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Total Tests: 39 Passed (100%)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Test Failures: 0 Failed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Execution Time: 12,302 ms (12.3s)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Test Framework: Node Native Runner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329184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Target Backend: Fastify 5.10 + 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6766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46304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Verified Test Categories (39 Endpoints)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9202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1. Device Registration (/api/devices/register) ---&gt;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3774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2. Device Challenge &amp; Auth (/api/auth/challenge &amp; /verify) ---&gt;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8346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3. Server Health Endpoint (/api/health) ---&gt;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918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4. Coarse Geofence Locations (/api/locations) ---&gt;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749039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5. ZK Episode Lifecycle (/api/episodes) ---&gt;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2062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6. Helper Capsule Operations (/api/capsules) ---&gt;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6634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7. Outcome Audit Logging (/api/outcomes) ---&gt;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51206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8. Admin Dashboard &amp; Metrics (/api/admin/dashboard) ---&gt; 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5577840"/>
            <a:ext cx="64008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9. Cryptographic Audit Chain &amp; Healing Simulation ---&gt; 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Figure 5.2: Application Interface Layout Screenshot Inventory Checklist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Complete Inventory of Implemented Mobile UI Controllers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1. Welcome &amp; Onboarding (`WelcomeScreen.tsx`)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2. Requester Dashboard (`DashboardScreen.tsx`)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3. ZK Request Creation (`CreateRequestScreen.tsx`)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4. Proximity Searching Radar (`SearchingScreen.tsx`)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5. Nearby Peer Requests (`NearbyRequestsScreen.tsx`)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6. Handshake QR Generator (`HandshakeScreen.tsx`)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7. Active Connection View (`EmergencyScreen.tsx`)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8. Unified Safety Hub (`UnifiedSafetyHubScreen.tsx`)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9. 115dB Acoustic Siren (`WomenSafetyScreen.tsx`)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10. Fake Call Simulator (`FakeCallScreen.tsx`)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290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11. Timed Safety Guard (`TimedSafetyGuardScreen.tsx`)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1148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12. Community Hazard Map (`HazardMapScreen.tsx`)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8006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4155"/>
                </a:solidFill>
              </a:defRPr>
            </a:pPr>
            <a:r>
              <a:t>13. Governance &amp; Audit (`GovernanceScreen.tsx`)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